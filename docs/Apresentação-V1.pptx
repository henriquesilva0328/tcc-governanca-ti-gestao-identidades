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46319b1cbc646f5" /><Relationship Type="http://schemas.openxmlformats.org/officeDocument/2006/relationships/extended-properties" Target="/docProps/app.xml" Id="Rd0344fc550e54bbe" /><Relationship Type="http://schemas.openxmlformats.org/officeDocument/2006/relationships/officeDocument" Target="/ppt/presentation.xml" Id="R76670f1038e44b1b" /></Relationships>
</file>

<file path=ppt/presentation.xml><?xml version="1.0" encoding="utf-8"?>
<p:presentation xmlns:p="http://schemas.openxmlformats.org/presentationml/2006/main">
  <p:sldMasterIdLst>
    <p:sldMasterId xmlns:r="http://schemas.openxmlformats.org/officeDocument/2006/relationships" id="2147483648" r:id="Rbc302bcb2b614333"/>
  </p:sldMasterIdLst>
  <p:notesMasterIdLst>
    <p:notesMasterId xmlns:r="http://schemas.openxmlformats.org/officeDocument/2006/relationships" r:id="R023d37e895ee4650"/>
  </p:notesMasterIdLst>
  <p:sldIdLst>
    <p:sldId xmlns:r="http://schemas.openxmlformats.org/officeDocument/2006/relationships" id="256" r:id="R0ef0c397a31a4c6e"/>
    <p:sldId xmlns:r="http://schemas.openxmlformats.org/officeDocument/2006/relationships" id="257" r:id="Rcb5b066aeac74892"/>
    <p:sldId xmlns:r="http://schemas.openxmlformats.org/officeDocument/2006/relationships" id="258" r:id="R7ee5fa995d124fb5"/>
    <p:sldId xmlns:r="http://schemas.openxmlformats.org/officeDocument/2006/relationships" id="259" r:id="R9053be686ee146c8"/>
    <p:sldId xmlns:r="http://schemas.openxmlformats.org/officeDocument/2006/relationships" id="260" r:id="R2d793817cc0d4a63"/>
    <p:sldId xmlns:r="http://schemas.openxmlformats.org/officeDocument/2006/relationships" id="261" r:id="R492267e0e4a646c2"/>
    <p:sldId xmlns:r="http://schemas.openxmlformats.org/officeDocument/2006/relationships" id="262" r:id="R79a8ebdd874d4db3"/>
    <p:sldId xmlns:r="http://schemas.openxmlformats.org/officeDocument/2006/relationships" id="263" r:id="R3fc2a5a5258f4d29"/>
    <p:sldId xmlns:r="http://schemas.openxmlformats.org/officeDocument/2006/relationships" id="264" r:id="Rf1716a137e7d4008"/>
    <p:sldId xmlns:r="http://schemas.openxmlformats.org/officeDocument/2006/relationships" id="265" r:id="Rd6761524531f4005"/>
    <p:sldId xmlns:r="http://schemas.openxmlformats.org/officeDocument/2006/relationships" id="266" r:id="R85b48abeafdd4f33"/>
    <p:sldId xmlns:r="http://schemas.openxmlformats.org/officeDocument/2006/relationships" id="267" r:id="R5be8cdb202384956"/>
    <p:sldId xmlns:r="http://schemas.openxmlformats.org/officeDocument/2006/relationships" id="268" r:id="R5d3183881dcc4a28"/>
    <p:sldId xmlns:r="http://schemas.openxmlformats.org/officeDocument/2006/relationships" id="269" r:id="R76ed11c2d3134875"/>
    <p:sldId xmlns:r="http://schemas.openxmlformats.org/officeDocument/2006/relationships" id="270" r:id="R2d78da095a1f41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400a47f17824148" /><Relationship Type="http://schemas.openxmlformats.org/officeDocument/2006/relationships/slideMaster" Target="/ppt/slideMasters/slideMaster1.xml" Id="Rbc302bcb2b614333" /><Relationship Type="http://schemas.openxmlformats.org/officeDocument/2006/relationships/notesMaster" Target="/ppt/notesMasters/notesMaster1.xml" Id="R023d37e895ee4650" /><Relationship Type="http://schemas.openxmlformats.org/officeDocument/2006/relationships/presProps" Target="/ppt/presProps.xml" Id="R8642ed89a856413a" /><Relationship Type="http://schemas.openxmlformats.org/officeDocument/2006/relationships/tableStyles" Target="/ppt/tableStyles.xml" Id="R4960039a7a0e4fc8" /><Relationship Type="http://schemas.openxmlformats.org/officeDocument/2006/relationships/slide" Target="/ppt/slides/slide1.xml" Id="R0ef0c397a31a4c6e" /><Relationship Type="http://schemas.openxmlformats.org/officeDocument/2006/relationships/slide" Target="/ppt/slides/slide2.xml" Id="Rcb5b066aeac74892" /><Relationship Type="http://schemas.openxmlformats.org/officeDocument/2006/relationships/slide" Target="/ppt/slides/slide3.xml" Id="R7ee5fa995d124fb5" /><Relationship Type="http://schemas.openxmlformats.org/officeDocument/2006/relationships/slide" Target="/ppt/slides/slide4.xml" Id="R9053be686ee146c8" /><Relationship Type="http://schemas.openxmlformats.org/officeDocument/2006/relationships/slide" Target="/ppt/slides/slide5.xml" Id="R2d793817cc0d4a63" /><Relationship Type="http://schemas.openxmlformats.org/officeDocument/2006/relationships/slide" Target="/ppt/slides/slide6.xml" Id="R492267e0e4a646c2" /><Relationship Type="http://schemas.openxmlformats.org/officeDocument/2006/relationships/slide" Target="/ppt/slides/slide7.xml" Id="R79a8ebdd874d4db3" /><Relationship Type="http://schemas.openxmlformats.org/officeDocument/2006/relationships/slide" Target="/ppt/slides/slide8.xml" Id="R3fc2a5a5258f4d29" /><Relationship Type="http://schemas.openxmlformats.org/officeDocument/2006/relationships/slide" Target="/ppt/slides/slide9.xml" Id="Rf1716a137e7d4008" /><Relationship Type="http://schemas.openxmlformats.org/officeDocument/2006/relationships/slide" Target="/ppt/slides/slide10.xml" Id="Rd6761524531f4005" /><Relationship Type="http://schemas.openxmlformats.org/officeDocument/2006/relationships/slide" Target="/ppt/slides/slide11.xml" Id="R85b48abeafdd4f33" /><Relationship Type="http://schemas.openxmlformats.org/officeDocument/2006/relationships/slide" Target="/ppt/slides/slide12.xml" Id="R5be8cdb202384956" /><Relationship Type="http://schemas.openxmlformats.org/officeDocument/2006/relationships/slide" Target="/ppt/slides/slide13.xml" Id="R5d3183881dcc4a28" /><Relationship Type="http://schemas.openxmlformats.org/officeDocument/2006/relationships/slide" Target="/ppt/slides/slide14.xml" Id="R76ed11c2d3134875" /><Relationship Type="http://schemas.openxmlformats.org/officeDocument/2006/relationships/slide" Target="/ppt/slides/slide15.xml" Id="R2d78da095a1f41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9c08f06461549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efesa acadêmica">
      <a:dk1>
        <a:srgbClr val="000000"/>
      </a:dk1>
      <a:lt1>
        <a:srgbClr val="FFFFFF"/>
      </a:lt1>
      <a:dk2>
        <a:srgbClr val="102A43"/>
      </a:dk2>
      <a:lt2>
        <a:srgbClr val="F4F8FA"/>
      </a:lt2>
      <a:accent1>
        <a:srgbClr val="007E82"/>
      </a:accent1>
      <a:accent2>
        <a:srgbClr val="102A43"/>
      </a:accent2>
      <a:accent3>
        <a:srgbClr val="C58A2A"/>
      </a:accent3>
      <a:accent4>
        <a:srgbClr val="A34E54"/>
      </a:accent4>
      <a:accent5>
        <a:srgbClr val="5C6B94"/>
      </a:accent5>
      <a:accent6>
        <a:srgbClr val="5D8B77"/>
      </a:accent6>
      <a:hlink>
        <a:srgbClr val="007E82"/>
      </a:hlink>
      <a:folHlink>
        <a:srgbClr val="5C6B94"/>
      </a:folHlink>
    </a:clrScheme>
    <a:fontScheme name="">
      <a:majorFont>
        <a:latin typeface="Aptos"/>
        <a:ea typeface=""/>
        <a:cs typeface=""/>
      </a:majorFont>
      <a:minorFont>
        <a:latin typeface="Aptos"/>
        <a:ea typeface=""/>
        <a:cs typeface=""/>
      </a:minorFont>
    </a:fontScheme>
    <a:fmtScheme name="Defesa acadêmica">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09372670db43fa" /><Relationship Type="http://schemas.openxmlformats.org/officeDocument/2006/relationships/notesMaster" Target="/ppt/notesMasters/notesMaster1.xml" Id="Rab91f52f07e24a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31852db0894696" /><Relationship Type="http://schemas.openxmlformats.org/officeDocument/2006/relationships/notesMaster" Target="/ppt/notesMasters/notesMaster1.xml" Id="R7728d2c2b4d644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a0360af9f14522" /><Relationship Type="http://schemas.openxmlformats.org/officeDocument/2006/relationships/notesMaster" Target="/ppt/notesMasters/notesMaster1.xml" Id="R4dc8d86f5cac48ea" /></Relationships>
</file>

<file path=ppt/notesSlides/_rels/notesSlide4.xml.rels>&#65279;<?xml version="1.0" encoding="utf-8"?><Relationships xmlns="http://schemas.openxmlformats.org/package/2006/relationships"><Relationship Type="http://schemas.openxmlformats.org/officeDocument/2006/relationships/slide" Target="/ppt/slides/slide4.xml" Id="R997c902afffa4679" /><Relationship Type="http://schemas.openxmlformats.org/officeDocument/2006/relationships/notesMaster" Target="/ppt/notesMasters/notesMaster1.xml" Id="R63fa27de6df548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033b0442eed44c5" /><Relationship Type="http://schemas.openxmlformats.org/officeDocument/2006/relationships/notesMaster" Target="/ppt/notesMasters/notesMaster1.xml" Id="R1581708704314e94"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af356756794518" /><Relationship Type="http://schemas.openxmlformats.org/officeDocument/2006/relationships/notesMaster" Target="/ppt/notesMasters/notesMaster1.xml" Id="Rdf40640108a64861" /></Relationships>
</file>

<file path=ppt/notesSlides/_rels/notesSlide7.xml.rels>&#65279;<?xml version="1.0" encoding="utf-8"?><Relationships xmlns="http://schemas.openxmlformats.org/package/2006/relationships"><Relationship Type="http://schemas.openxmlformats.org/officeDocument/2006/relationships/slide" Target="/ppt/slides/slide7.xml" Id="Ra7bcb39343e2472e" /><Relationship Type="http://schemas.openxmlformats.org/officeDocument/2006/relationships/notesMaster" Target="/ppt/notesMasters/notesMaster1.xml" Id="R192191f82d1549d5" /></Relationships>
</file>

<file path=ppt/notesSlides/_rels/notesSlide8.xml.rels>&#65279;<?xml version="1.0" encoding="utf-8"?><Relationships xmlns="http://schemas.openxmlformats.org/package/2006/relationships"><Relationship Type="http://schemas.openxmlformats.org/officeDocument/2006/relationships/slide" Target="/ppt/slides/slide8.xml" Id="R3297e588ade44109" /><Relationship Type="http://schemas.openxmlformats.org/officeDocument/2006/relationships/notesMaster" Target="/ppt/notesMasters/notesMaster1.xml" Id="Ra60dbc66e37d4a62" /></Relationships>
</file>

<file path=ppt/notesSlides/_rels/notesSlide9.xml.rels>&#65279;<?xml version="1.0" encoding="utf-8"?><Relationships xmlns="http://schemas.openxmlformats.org/package/2006/relationships"><Relationship Type="http://schemas.openxmlformats.org/officeDocument/2006/relationships/slide" Target="/ppt/slides/slide9.xml" Id="Re6b44b23c41648d6" /><Relationship Type="http://schemas.openxmlformats.org/officeDocument/2006/relationships/notesMaster" Target="/ppt/notesMasters/notesMaster1.xml" Id="Rcfbf222b119e487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47075bfc3b0407c" /><Relationship Type="http://schemas.openxmlformats.org/officeDocument/2006/relationships/notesMaster" Target="/ppt/notesMasters/notesMaster1.xml" Id="R2051d325c769427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25a1a9d4b5a4280" /><Relationship Type="http://schemas.openxmlformats.org/officeDocument/2006/relationships/notesMaster" Target="/ppt/notesMasters/notesMaster1.xml" Id="Rac726ae40cfa4e2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236e2c9bae548b1" /><Relationship Type="http://schemas.openxmlformats.org/officeDocument/2006/relationships/notesMaster" Target="/ppt/notesMasters/notesMaster1.xml" Id="Rf81eb7be83dc442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27edec564c346a9" /><Relationship Type="http://schemas.openxmlformats.org/officeDocument/2006/relationships/notesMaster" Target="/ppt/notesMasters/notesMaster1.xml" Id="Rb3c010fb52b645b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e8ed0f854ae4442" /><Relationship Type="http://schemas.openxmlformats.org/officeDocument/2006/relationships/notesMaster" Target="/ppt/notesMasters/notesMaster1.xml" Id="Re3cf3b66149342e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5b7ade5adf74a55" /><Relationship Type="http://schemas.openxmlformats.org/officeDocument/2006/relationships/notesMaster" Target="/ppt/notesMasters/notesMaster1.xml" Id="R1ad10c1adb0744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DE APOIO</a:t>
            </a:r>
          </a:p>
          <a:p xmlns:a="http://schemas.openxmlformats.org/drawingml/2006/main">
            <a:r>
              <a:t>Apresentamos o projeto de pesquisa de Trabalho de Graduação I do curso de Gestão da Tecnologia da Informação. O estudo trata da governança de TI e da gestão de identidades nos laboratórios da Fatec Barueri. A proposta reúne diagnóstico preliminar, critérios de decisão e planejamento de uma melhoria. A implantação e a comprovação dos benefícios pertencem a uma etapa futura autorizada.</a:t>
            </a:r>
          </a:p>
          <a:p xmlns:a="http://schemas.openxmlformats.org/drawingml/2006/main">
            <a:r>
              <a:t/>
            </a:r>
          </a:p>
          <a:p xmlns:a="http://schemas.openxmlformats.org/drawingml/2006/main">
            <a:r>
              <a:t>FONTE</a:t>
            </a:r>
          </a:p>
          <a:p xmlns:a="http://schemas.openxmlformats.org/drawingml/2006/main">
            <a:r>
              <a:t>Trabalho fornecido pelos autores: TG1-V1_20_paginas.pdf. As referências citadas no texto constam integralmente nas notas do slide 15.</a:t>
            </a:r>
          </a:p>
          <a:p xmlns:a="http://schemas.openxmlformats.org/drawingml/2006/main">
            <a:r>
              <a:t/>
            </a:r>
          </a:p>
          <a:p xmlns:a="http://schemas.openxmlformats.org/drawingml/2006/main">
            <a:r>
              <a:t>CONTEÚDO DE APOIO DO TRABALHO</a:t>
            </a:r>
          </a:p>
          <a:p xmlns:a="http://schemas.openxmlformats.org/drawingml/2006/main">
            <a:r>
              <a:t>FACULDADE DE TECNOLOGIA PADRE DANILO JOSÉ DE OLIVEIRA OHL</a:t>
            </a:r>
          </a:p>
          <a:p xmlns:a="http://schemas.openxmlformats.org/drawingml/2006/main">
            <a:r>
              <a:t>HENRIQUE MOURA</a:t>
            </a:r>
          </a:p>
          <a:p xmlns:a="http://schemas.openxmlformats.org/drawingml/2006/main">
            <a:r>
              <a:t>LUCAS RAFAEL</a:t>
            </a:r>
          </a:p>
          <a:p xmlns:a="http://schemas.openxmlformats.org/drawingml/2006/main">
            <a:r>
              <a:t>MELISSA VICTÓRIA</a:t>
            </a:r>
          </a:p>
          <a:p xmlns:a="http://schemas.openxmlformats.org/drawingml/2006/main">
            <a:r>
              <a:t>PEDRO HENRIQUE</a:t>
            </a:r>
          </a:p>
          <a:p xmlns:a="http://schemas.openxmlformats.org/drawingml/2006/main">
            <a:r>
              <a:t>GOVERNANÇA DE TI E GESTÃO DE IDENTIDADES NOS LABORATÓRIOS DA FATEC BARUERI</a:t>
            </a:r>
          </a:p>
          <a:p xmlns:a="http://schemas.openxmlformats.org/drawingml/2006/main">
            <a:r>
              <a:t>Projeto de pesquisa de Trabalho de Graduação I apresentado à Faculdade de Tecnologia de Barueri como requisito parcial para obtenção do título de tecnólogo em Gestão da Tecnologia da Informação.</a:t>
            </a:r>
          </a:p>
          <a:p xmlns:a="http://schemas.openxmlformats.org/drawingml/2006/main">
            <a:r>
              <a:t>Orientador(a): Vander Ribeiro</a:t>
            </a:r>
          </a:p>
          <a:p xmlns:a="http://schemas.openxmlformats.org/drawingml/2006/main">
            <a:r>
              <a:t>BARUERI</a:t>
            </a:r>
          </a:p>
          <a:p xmlns:a="http://schemas.openxmlformats.org/drawingml/2006/main">
            <a:r>
              <a:t>2026</a:t>
            </a:r>
          </a:p>
          <a:p xmlns:a="http://schemas.openxmlformats.org/drawingml/2006/main">
            <a:r>
              <a:t/>
            </a:r>
          </a:p>
          <a:p xmlns:a="http://schemas.openxmlformats.org/drawingml/2006/main">
            <a:r>
              <a:t>BASE DA APRESENTAÇÃO ACADÊMICA</a:t>
            </a:r>
          </a:p>
          <a:p xmlns:a="http://schemas.openxmlformats.org/drawingml/2006/main">
            <a:r>
              <a:t>FATEC BARUERI. Manual para elaboração de trabalhos acadêmico-científicos. Barueri, 2025. Estrutura do projeto de pesquisa e identificação das fontes.</a:t>
            </a:r>
          </a:p>
          <a:p xmlns:a="http://schemas.openxmlformats.org/drawingml/2006/main">
            <a:r>
              <a:t>Logomarca institucional: https://fatecbarueri.edu.br/home/wp-content/uploads/2026/08/fatec_barueri_logo.png. Consulta em: 29 out.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DE APOIO</a:t>
            </a:r>
          </a:p>
          <a:p xmlns:a="http://schemas.openxmlformats.org/drawingml/2006/main">
            <a:r>
              <a:t>O contexto apresenta uma necessidade de gestão dos acessos que afeta as condições das aulas. Os relatos exigem confirmação de abrangência e causas. A questão de pesquisa orienta uma melhoria compatível com as necessidades acadêmicas, a proteção dos dados e a capacidade de manutenção. O TG I organiza a pesquisa e o planejamento. A implantação depende de uma etapa futura autorizada.</a:t>
            </a:r>
          </a:p>
          <a:p xmlns:a="http://schemas.openxmlformats.org/drawingml/2006/main">
            <a:r>
              <a:t/>
            </a:r>
          </a:p>
          <a:p xmlns:a="http://schemas.openxmlformats.org/drawingml/2006/main">
            <a:r>
              <a:t>MATERIAL DE APOIO DOS TEMAS REUNIDOS</a:t>
            </a:r>
          </a:p>
          <a:p xmlns:a="http://schemas.openxmlformats.org/drawingml/2006/main">
            <a:r>
              <a:t/>
            </a:r>
          </a:p>
          <a:p xmlns:a="http://schemas.openxmlformats.org/drawingml/2006/main">
            <a:r>
              <a:t>FALA DE APOIO</a:t>
            </a:r>
          </a:p>
          <a:p xmlns:a="http://schemas.openxmlformats.org/drawingml/2006/main">
            <a:r>
              <a:t>Os laboratórios apoiam as atividades práticas. Por isso, administrar o acesso também significa preservar as condições de uso durante as aulas. O material preliminar relata contas compartilhadas e dificuldades de atendimento, mas exige confirmação da abrangência e das causas. O escopo do TG I cobre a fundamentação e o planejamento. Não generalizamos os relatos para todos os laboratórios ou unidades do CPS.</a:t>
            </a:r>
          </a:p>
          <a:p xmlns:a="http://schemas.openxmlformats.org/drawingml/2006/main">
            <a:r>
              <a:t/>
            </a:r>
          </a:p>
          <a:p xmlns:a="http://schemas.openxmlformats.org/drawingml/2006/main">
            <a:r>
              <a:t>FONTE</a:t>
            </a:r>
          </a:p>
          <a:p xmlns:a="http://schemas.openxmlformats.org/drawingml/2006/main">
            <a:r>
              <a:t>Trabalho fornecido pelos autores: TG1-V1_20_paginas.pdf. As referências citadas no texto constam integralmente nas notas do slide 15.</a:t>
            </a:r>
          </a:p>
          <a:p xmlns:a="http://schemas.openxmlformats.org/drawingml/2006/main">
            <a:r>
              <a:t/>
            </a:r>
          </a:p>
          <a:p xmlns:a="http://schemas.openxmlformats.org/drawingml/2006/main">
            <a:r>
              <a:t>CONTEÚDO DE APOIO DO TRABALHO</a:t>
            </a:r>
          </a:p>
          <a:p xmlns:a="http://schemas.openxmlformats.org/drawingml/2006/main">
            <a:r>
              <a:t>1 INTRODUÇÃO</a:t>
            </a:r>
          </a:p>
          <a:p xmlns:a="http://schemas.openxmlformats.org/drawingml/2006/main">
            <a:r>
              <a:t/>
            </a:r>
          </a:p>
          <a:p xmlns:a="http://schemas.openxmlformats.org/drawingml/2006/main">
            <a:r>
              <a:t>1.1 CONTEXTUALIZAÇÃO</a:t>
            </a:r>
          </a:p>
          <a:p xmlns:a="http://schemas.openxmlformats.org/drawingml/2006/main">
            <a:r>
              <a:t/>
            </a:r>
          </a:p>
          <a:p xmlns:a="http://schemas.openxmlformats.org/drawingml/2006/main">
            <a:r>
              <a:t>Os laboratórios de informática permitem que os estudantes realizem atividades práticas com equipamentos e programas disponíveis na faculdade. Sua utilização depende de organizar o acesso, manter as aplicações em funcionamento, atender dificuldades e definir responsabilidades sobre os recursos. O acompanhamento dessas atividades ajuda a reconhecer situações recorrentes e decidir quais melhorias devem receber prioridade.</a:t>
            </a:r>
          </a:p>
          <a:p xmlns:a="http://schemas.openxmlformats.org/drawingml/2006/main">
            <a:r>
              <a:t/>
            </a:r>
          </a:p>
          <a:p xmlns:a="http://schemas.openxmlformats.org/drawingml/2006/main">
            <a:r>
              <a:t>Na Fatec Barueri, os documentos preliminares do levantamento técnico relatam a utilização de contas locais compartilhadas nas estações estudadas. Os resumos da coleta também registram dificuldades de acesso, desempenho e atendimento. Esses relatos precisam ser analisados conforme sua origem e abrangência, pois problemas de rede, funcionamento dos equipamentos e autenticação podem exigir tratamentos diferentes. Uma conta compartilhada permite reconhecer a identidade utilizada em uma sessão, mas oferece informação limitada para diferenciar as pessoas que a utilizaram.</a:t>
            </a:r>
          </a:p>
          <a:p xmlns:a="http://schemas.openxmlformats.org/drawingml/2006/main">
            <a:r>
              <a:t/>
            </a:r>
          </a:p>
          <a:p xmlns:a="http://schemas.openxmlformats.org/drawingml/2006/main">
            <a:r>
              <a:t>A governança de tecnologia da informação oferece uma perspectiva para examinar essas condições em conjunto. Uma decisão sobre acessos afeta estudantes, docentes, suporte e gestores, além de produzir trabalho recorrente e responsabilidades sobre informações. A análise precisa esclarecer qual necessidade acadêmica será atendida, que benefício pode ser produzido e quem terá condições de manter a medida. O trabalho reúne diagnóstico, critérios de risco, requisitos e alternativas para organizar essa decisão.</a:t>
            </a:r>
          </a:p>
          <a:p xmlns:a="http://schemas.openxmlformats.org/drawingml/2006/main">
            <a:r>
              <a:t/>
            </a:r>
          </a:p>
          <a:p xmlns:a="http://schemas.openxmlformats.org/drawingml/2006/main">
            <a:r>
              <a:t>O Relatório de Autoavaliação Institucional referente a 2024 relaciona a avaliação da Fatec Barueri ao planejamento e inclui questões sobre laboratórios de ensino, equipamentos de apoio às aulas e acessibilidade. O documento oferece contexto para a discussão sobre qualidade dos serviços acadêmicos, mas não comprova as condições de autenticação existentes no período desta pesquisa (Fatec Barueri, 2024).</a:t>
            </a:r>
          </a:p>
          <a:p xmlns:a="http://schemas.openxmlformats.org/drawingml/2006/main">
            <a:r>
              <a:t/>
            </a:r>
          </a:p>
          <a:p xmlns:a="http://schemas.openxmlformats.org/drawingml/2006/main">
            <a:r>
              <a:t>1.3 DELIMITAÇÃO</a:t>
            </a:r>
          </a:p>
          <a:p xmlns:a="http://schemas.openxmlformats.org/drawingml/2006/main">
            <a:r>
              <a:t/>
            </a:r>
          </a:p>
          <a:p xmlns:a="http://schemas.openxmlformats.org/drawingml/2006/main">
            <a:r>
              <a:t>O Trabalho de Graduação I abrange a fundamentação, o levantamento preliminar, o método de análise de riscos, os requisitos e o planejamento da comparação e da melhoria. A implantação, os testes de desempenho e a comprovação dos benefícios operacionais constituem etapas futuras, condicionadas à autorização institucional. A distinção entre projeto de pesquisa e execução acompanha a organização do TG I e do TG II estabelecida pela unidade (Fatec Barueri, 2025b).</a:t>
            </a:r>
          </a:p>
          <a:p xmlns:a="http://schemas.openxmlformats.org/drawingml/2006/main">
            <a:r>
              <a:t/>
            </a:r>
          </a:p>
          <a:p xmlns:a="http://schemas.openxmlformats.org/drawingml/2006/main">
            <a:r>
              <a:t>Os resultados serão interpretados dentro dos ambientes e participantes efetivamente abrangidos, sem generalização automática para todos os laboratórios ou unidades do Centro Paula Souza (CPS). A gestão de chamados será considerada como apoio ao registro de dificuldades de acesso. A arquitetura com Active Directory (AD) e GLPI constitui um cenário a avaliar; a escolha depende da comparação de alternativas e da viabilidade. A discussão de IA tem alcance preventivo para eventual apoio técnico e não insere inteligência artificial no mecanismo de autenticação.</a:t>
            </a:r>
          </a:p>
          <a:p xmlns:a="http://schemas.openxmlformats.org/drawingml/2006/main">
            <a:r>
              <a:t/>
            </a:r>
          </a:p>
          <a:p xmlns:a="http://schemas.openxmlformats.org/drawingml/2006/main">
            <a:r>
              <a:t>FALA DE APOIO</a:t>
            </a:r>
          </a:p>
          <a:p xmlns:a="http://schemas.openxmlformats.org/drawingml/2006/main">
            <a:r>
              <a:t>A questão central é como a governança pode orientar uma melhoria compatível com as necessidades acadêmicas e com a capacidade de manutenção. Uma decisão sobre identidade também produz trabalho de suporte, recuperação de acesso e atualização de vínculos. Portanto, a pesquisa compara alternativas e considera seus efeitos sobre usuários, proteção de dados e equipe técnica.</a:t>
            </a:r>
          </a:p>
          <a:p xmlns:a="http://schemas.openxmlformats.org/drawingml/2006/main">
            <a:r>
              <a:t/>
            </a:r>
          </a:p>
          <a:p xmlns:a="http://schemas.openxmlformats.org/drawingml/2006/main">
            <a:r>
              <a:t>FONTE</a:t>
            </a:r>
          </a:p>
          <a:p xmlns:a="http://schemas.openxmlformats.org/drawingml/2006/main">
            <a:r>
              <a:t>Trabalho fornecido pelos autores: TG1-V1_20_paginas.pdf. As referências citadas no texto constam integralmente nas notas do slide 15.</a:t>
            </a:r>
          </a:p>
          <a:p xmlns:a="http://schemas.openxmlformats.org/drawingml/2006/main">
            <a:r>
              <a:t/>
            </a:r>
          </a:p>
          <a:p xmlns:a="http://schemas.openxmlformats.org/drawingml/2006/main">
            <a:r>
              <a:t>CONTEÚDO DE APOIO DO TRABALHO</a:t>
            </a:r>
          </a:p>
          <a:p xmlns:a="http://schemas.openxmlformats.org/drawingml/2006/main">
            <a:r>
              <a:t>1.2 PROBLEMA E QUESTÃO DE PESQUISA</a:t>
            </a:r>
          </a:p>
          <a:p xmlns:a="http://schemas.openxmlformats.org/drawingml/2006/main">
            <a:r>
              <a:t/>
            </a:r>
          </a:p>
          <a:p xmlns:a="http://schemas.openxmlformats.org/drawingml/2006/main">
            <a:r>
              <a:t>O problema investigado consiste em compreender se a organização dos acessos aos computadores e dos procedimentos associados oferece condições adequadas de administração, continuidade acadêmica e rastreabilidade, considerando os recursos disponíveis. A utilização de credenciais compartilhadas será examinada juntamente com os controles existentes e as necessidades dos usuários. O estudo também considera o trabalho que acessos individuais poderiam acrescentar, como recuperação de senhas, atualização de vínculos e tratamento de exceções.</a:t>
            </a:r>
          </a:p>
          <a:p xmlns:a="http://schemas.openxmlformats.org/drawingml/2006/main">
            <a:r>
              <a:t/>
            </a:r>
          </a:p>
          <a:p xmlns:a="http://schemas.openxmlformats.org/drawingml/2006/main">
            <a:r>
              <a:t>A questão de pesquisa é: como práticas de governança de TI podem orientar uma proposta de melhoria da gestão de identidades e acessos aos laboratórios da Fatec Barueri, compatível com as necessidades acadêmicas, a proteção de dados e a capacidade de manutenção da instituição?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DE APOIO</a:t>
            </a:r>
          </a:p>
          <a:p xmlns:a="http://schemas.openxmlformats.org/drawingml/2006/main">
            <a:r>
              <a:t>O objetivo geral é propor melhorias fundamentadas nas condições da instituição. Os objetivos específicos detalham o diagnóstico, a relação entre evidências e requisitos, a comparação de alternativas, as responsabilidades e a avaliação futura. O estudo também estabelece diretrizes preventivas para um eventual uso de IA no apoio técnico. Esse apoio não compõe o mecanismo de autenticação.</a:t>
            </a:r>
          </a:p>
          <a:p xmlns:a="http://schemas.openxmlformats.org/drawingml/2006/main">
            <a:r>
              <a:t/>
            </a:r>
          </a:p>
          <a:p xmlns:a="http://schemas.openxmlformats.org/drawingml/2006/main">
            <a:r>
              <a:t>FONTE</a:t>
            </a:r>
          </a:p>
          <a:p xmlns:a="http://schemas.openxmlformats.org/drawingml/2006/main">
            <a:r>
              <a:t>Trabalho fornecido pelos autores: TG1-V1_20_paginas.pdf. As referências citadas no texto constam integralmente nas notas do slide 15.</a:t>
            </a:r>
          </a:p>
          <a:p xmlns:a="http://schemas.openxmlformats.org/drawingml/2006/main">
            <a:r>
              <a:t/>
            </a:r>
          </a:p>
          <a:p xmlns:a="http://schemas.openxmlformats.org/drawingml/2006/main">
            <a:r>
              <a:t>CONTEÚDO DE APOIO DO TRABALHO</a:t>
            </a:r>
          </a:p>
          <a:p xmlns:a="http://schemas.openxmlformats.org/drawingml/2006/main">
            <a:r>
              <a:t>2 OBJETIVOS</a:t>
            </a:r>
          </a:p>
          <a:p xmlns:a="http://schemas.openxmlformats.org/drawingml/2006/main">
            <a:r>
              <a:t/>
            </a:r>
          </a:p>
          <a:p xmlns:a="http://schemas.openxmlformats.org/drawingml/2006/main">
            <a:r>
              <a:t>2.1 OBJETIVO GERAL</a:t>
            </a:r>
          </a:p>
          <a:p xmlns:a="http://schemas.openxmlformats.org/drawingml/2006/main">
            <a:r>
              <a:t/>
            </a:r>
          </a:p>
          <a:p xmlns:a="http://schemas.openxmlformats.org/drawingml/2006/main">
            <a:r>
              <a:t>Propor melhorias para a gestão de identidades e acessos aos laboratórios de informática da Fatec Barueri, orientadas por práticas de governança de TI e fundamentadas nas condições técnicas, acadêmicas e institucionais identificadas na pesquisa.</a:t>
            </a:r>
          </a:p>
          <a:p xmlns:a="http://schemas.openxmlformats.org/drawingml/2006/main">
            <a:r>
              <a:t/>
            </a:r>
          </a:p>
          <a:p xmlns:a="http://schemas.openxmlformats.org/drawingml/2006/main">
            <a:r>
              <a:t>2.2 OBJETIVOS ESPECÍFICOS</a:t>
            </a:r>
          </a:p>
          <a:p xmlns:a="http://schemas.openxmlformats.org/drawingml/2006/main">
            <a:r>
              <a:t/>
            </a:r>
          </a:p>
          <a:p xmlns:a="http://schemas.openxmlformats.org/drawingml/2006/main">
            <a:r>
              <a:t>1. Caracterizar o funcionamento dos acessos, os recursos disponíveis e os controles existentes nos ambientes abrangidos pelo estudo.</a:t>
            </a:r>
          </a:p>
          <a:p xmlns:a="http://schemas.openxmlformats.org/drawingml/2006/main">
            <a:r>
              <a:t/>
            </a:r>
          </a:p>
          <a:p xmlns:a="http://schemas.openxmlformats.org/drawingml/2006/main">
            <a:r>
              <a:t>2. Analisar necessidades de estudantes, docentes e suporte, relacionando os achados aos riscos e aos requisitos da proposta.</a:t>
            </a:r>
          </a:p>
          <a:p xmlns:a="http://schemas.openxmlformats.org/drawingml/2006/main">
            <a:r>
              <a:t/>
            </a:r>
          </a:p>
          <a:p xmlns:a="http://schemas.openxmlformats.org/drawingml/2006/main">
            <a:r>
              <a:t>3. Comparar alternativas quanto a segurança, privacidade, utilização acadêmica, compatibilidade, continuidade, custos e esforço de manutenção.</a:t>
            </a:r>
          </a:p>
          <a:p xmlns:a="http://schemas.openxmlformats.org/drawingml/2006/main">
            <a:r>
              <a:t/>
            </a:r>
          </a:p>
          <a:p xmlns:a="http://schemas.openxmlformats.org/drawingml/2006/main">
            <a:r>
              <a:t>4. Definir responsabilidades sugeridas e relacionar as medidas aos objetivos de governança pertinentes ao caso.</a:t>
            </a:r>
          </a:p>
          <a:p xmlns:a="http://schemas.openxmlformats.org/drawingml/2006/main">
            <a:r>
              <a:t/>
            </a:r>
          </a:p>
          <a:p xmlns:a="http://schemas.openxmlformats.org/drawingml/2006/main">
            <a:r>
              <a:t>5. Estruturar uma proposta de valor e um plano de adoção gradual, com condições de viabilidade, indicadores e critérios de avaliação futura.</a:t>
            </a:r>
          </a:p>
          <a:p xmlns:a="http://schemas.openxmlformats.org/drawingml/2006/main">
            <a:r>
              <a:t/>
            </a:r>
          </a:p>
          <a:p xmlns:a="http://schemas.openxmlformats.org/drawingml/2006/main">
            <a:r>
              <a:t>6. Estabelecer diretrizes preventivas para eventual uso de IA no apoio às atividades técnicas, preservando a responsabilidade humana e a proteção das informações.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DE APOIO</a:t>
            </a:r>
          </a:p>
          <a:p xmlns:a="http://schemas.openxmlformats.org/drawingml/2006/main">
            <a:r>
              <a:t>A justificativa acadêmica parte de um problema concreto de gestão de TI. Para a unidade, a contribuição esperada é uma base documentada para decidir sobre acessos e atendimento. A viabilidade inclui infraestrutura e horas de trabalho. Uma solução gratuita pode exigir manutenção relevante. Os benefícios permanecem como hipóteses que uma implantação futura deverá avaliar.</a:t>
            </a:r>
          </a:p>
          <a:p xmlns:a="http://schemas.openxmlformats.org/drawingml/2006/main">
            <a:r>
              <a:t/>
            </a:r>
          </a:p>
          <a:p xmlns:a="http://schemas.openxmlformats.org/drawingml/2006/main">
            <a:r>
              <a:t>FONTE</a:t>
            </a:r>
          </a:p>
          <a:p xmlns:a="http://schemas.openxmlformats.org/drawingml/2006/main">
            <a:r>
              <a:t>Trabalho fornecido pelos autores: TG1-V1_20_paginas.pdf. As referências citadas no texto constam integralmente nas notas do slide 15.</a:t>
            </a:r>
          </a:p>
          <a:p xmlns:a="http://schemas.openxmlformats.org/drawingml/2006/main">
            <a:r>
              <a:t/>
            </a:r>
          </a:p>
          <a:p xmlns:a="http://schemas.openxmlformats.org/drawingml/2006/main">
            <a:r>
              <a:t>CONTEÚDO DE APOIO DO TRABALHO</a:t>
            </a:r>
          </a:p>
          <a:p xmlns:a="http://schemas.openxmlformats.org/drawingml/2006/main">
            <a:r>
              <a:t>3 JUSTIFICATIVA</a:t>
            </a:r>
          </a:p>
          <a:p xmlns:a="http://schemas.openxmlformats.org/drawingml/2006/main">
            <a:r>
              <a:t/>
            </a:r>
          </a:p>
          <a:p xmlns:a="http://schemas.openxmlformats.org/drawingml/2006/main">
            <a:r>
              <a:t>A justificativa acadêmica está na análise de um problema concreto de gestão de TI em uma instituição de ensino. O acesso às estações envolve decisões sobre permissões, identificação, atendimento e continuidade. Relacionar conceitos de governança com informações de campo permite discutir por que uma medida é pertinente e quais consequências sua adoção pode produzir.</a:t>
            </a:r>
          </a:p>
          <a:p xmlns:a="http://schemas.openxmlformats.org/drawingml/2006/main">
            <a:r>
              <a:t/>
            </a:r>
          </a:p>
          <a:p xmlns:a="http://schemas.openxmlformats.org/drawingml/2006/main">
            <a:r>
              <a:t>Para a instituição, a contribuição esperada é disponibilizar uma base organizada para decidir sobre mudanças. Responsáveis e procedimentos definidos podem facilitar o acompanhamento das contas e das solicitações. Registros adequados podem apoiar a compreensão de ocorrências, enquanto critérios de avaliação permitem verificar se a solução preserva a dinâmica das aulas. Esses benefícios dependem da implementação dos processos correspondentes e precisam ser avaliados; sua inclusão na proposta não demonstra que foram alcançados.</a:t>
            </a:r>
          </a:p>
          <a:p xmlns:a="http://schemas.openxmlformats.org/drawingml/2006/main">
            <a:r>
              <a:t/>
            </a:r>
          </a:p>
          <a:p xmlns:a="http://schemas.openxmlformats.org/drawingml/2006/main">
            <a:r>
              <a:t>A viabilidade protege o uso dos recursos institucionais. Uma ferramenta sem custo de aquisição pode exigir servidores, armazenamento, capacitação e horas de trabalho. Manter o cenário atual também envolve esforço de suporte e possíveis limitações de administração. A comparação deverá distinguir custos adicionais e recursos já existentes, buscando uma melhoria proporcional ao problema e sustentável após a conclusão do projeto acadêmico.</a:t>
            </a:r>
          </a:p>
          <a:p xmlns:a="http://schemas.openxmlformats.org/drawingml/2006/main">
            <a:r>
              <a:t/>
            </a:r>
          </a:p>
          <a:p xmlns:a="http://schemas.openxmlformats.org/drawingml/2006/main">
            <a:r>
              <a:t>O impacto futuro pretendido está na capacidade de administrar acessos com continuidade e de revisar decisões com evidências. Documentação atualizada pode apoiar a capacitação de novos responsáveis e reduzir a concentração de conhecimento. O histórico de atendimento pode revelar recorrências e orientar prioridades. Os procedimentos produzidos poderão servir de referência para outros ambientes, após adaptação e novo diagnóstico; a experiência em um laboratório não demonstra que a mesma arquitetura atende toda a instituição.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DE APOIO</a:t>
            </a:r>
          </a:p>
          <a:p xmlns:a="http://schemas.openxmlformats.org/drawingml/2006/main">
            <a:r>
              <a:t>O referencial relaciona governança, identidade, controles e proteção de dados. A análise de riscos usa três níveis para impacto e probabilidade, com critérios definidos antes da classificação. Os controles existentes integram a avaliação. O trabalho ainda precisa aplicar a matriz aos cenários concretos. O uso dos referenciais não representa certificação ou declaração de conformidade integral.</a:t>
            </a:r>
          </a:p>
          <a:p xmlns:a="http://schemas.openxmlformats.org/drawingml/2006/main">
            <a:r>
              <a:t/>
            </a:r>
          </a:p>
          <a:p xmlns:a="http://schemas.openxmlformats.org/drawingml/2006/main">
            <a:r>
              <a:t>MATERIAL DE APOIO DOS TEMAS REUNIDOS</a:t>
            </a:r>
          </a:p>
          <a:p xmlns:a="http://schemas.openxmlformats.org/drawingml/2006/main">
            <a:r>
              <a:t/>
            </a:r>
          </a:p>
          <a:p xmlns:a="http://schemas.openxmlformats.org/drawingml/2006/main">
            <a:r>
              <a:t>FALA DE APOIO</a:t>
            </a:r>
          </a:p>
          <a:p xmlns:a="http://schemas.openxmlformats.org/drawingml/2006/main">
            <a:r>
              <a:t>O referencial reúne governança, identidade, avaliação de riscos e proteção de dados. O COBIT ajuda a relacionar necessidades, responsabilidades e acompanhamento. O NIST distingue as funções de identidade e orienta o método de risco. A ISO/IEC 27001 e a LGPD apoiam a análise de controles e do tratamento das informações. O uso desses referenciais não representa certificação ou conformidade integral.</a:t>
            </a:r>
          </a:p>
          <a:p xmlns:a="http://schemas.openxmlformats.org/drawingml/2006/main">
            <a:r>
              <a:t/>
            </a:r>
          </a:p>
          <a:p xmlns:a="http://schemas.openxmlformats.org/drawingml/2006/main">
            <a:r>
              <a:t>FONTE</a:t>
            </a:r>
          </a:p>
          <a:p xmlns:a="http://schemas.openxmlformats.org/drawingml/2006/main">
            <a:r>
              <a:t>Trabalho fornecido pelos autores: TG1-V1_20_paginas.pdf. As referências citadas no texto constam integralmente nas notas do slide 15.</a:t>
            </a:r>
          </a:p>
          <a:p xmlns:a="http://schemas.openxmlformats.org/drawingml/2006/main">
            <a:r>
              <a:t/>
            </a:r>
          </a:p>
          <a:p xmlns:a="http://schemas.openxmlformats.org/drawingml/2006/main">
            <a:r>
              <a:t>CONTEÚDO DE APOIO DO TRABALHO</a:t>
            </a:r>
          </a:p>
          <a:p xmlns:a="http://schemas.openxmlformats.org/drawingml/2006/main">
            <a:r>
              <a:t>4 REFERENCIAL TEÓRICO</a:t>
            </a:r>
          </a:p>
          <a:p xmlns:a="http://schemas.openxmlformats.org/drawingml/2006/main">
            <a:r>
              <a:t/>
            </a:r>
          </a:p>
          <a:p xmlns:a="http://schemas.openxmlformats.org/drawingml/2006/main">
            <a:r>
              <a:t>4.1 GOVERNANÇA DE TI E APLICAÇÃO DO COBIT</a:t>
            </a:r>
          </a:p>
          <a:p xmlns:a="http://schemas.openxmlformats.org/drawingml/2006/main">
            <a:r>
              <a:t/>
            </a:r>
          </a:p>
          <a:p xmlns:a="http://schemas.openxmlformats.org/drawingml/2006/main">
            <a:r>
              <a:t>A governança de TI orienta e acompanha as decisões tecnológicas conforme as necessidades organizacionais; a gestão organiza recursos e executa esse direcionamento. O Guia de Governança de TIC do SISP apresenta princípios, diretrizes e práticas que podem apoiar a reflexão deste estudo. Elaborado para o contexto federal, o guia não cria obrigação normativa para a Fatec Barueri (Brasil, 2017).</a:t>
            </a:r>
          </a:p>
          <a:p xmlns:a="http://schemas.openxmlformats.org/drawingml/2006/main">
            <a:r>
              <a:t/>
            </a:r>
          </a:p>
          <a:p xmlns:a="http://schemas.openxmlformats.org/drawingml/2006/main">
            <a:r>
              <a:t>Nos laboratórios, a instância competente define prioridades, recursos e condições de aceitação dos riscos. A gestão traduz esse direcionamento em configuração de contas, atendimento, orientação e manutenção. O suporte participa da avaliação, enquanto as áreas competentes decidem sobre regras acadêmicas, orçamento e riscos institucionais.</a:t>
            </a:r>
          </a:p>
          <a:p xmlns:a="http://schemas.openxmlformats.org/drawingml/2006/main">
            <a:r>
              <a:t/>
            </a:r>
          </a:p>
          <a:p xmlns:a="http://schemas.openxmlformats.org/drawingml/2006/main">
            <a:r>
              <a:t>O COBIT é apresentado pela ISACA como referencial para governança e gestão da informação e da tecnologia, com possibilidade de adaptação ao contexto e integração com outros referenciais (ISACA, [s. d.]). Nesta pesquisa, o COBIT 2019 orienta a relação entre necessidades, responsabilidades, ações e acompanhamento. Não será realizada uma avaliação formal de capacidade dos processos ou declaração de conformidade integral ao framework.</a:t>
            </a:r>
          </a:p>
          <a:p xmlns:a="http://schemas.openxmlformats.org/drawingml/2006/main">
            <a:r>
              <a:t/>
            </a:r>
          </a:p>
          <a:p xmlns:a="http://schemas.openxmlformats.org/drawingml/2006/main">
            <a:r>
              <a:t>Quadro 1 - Aplicação de objetivos do COBIT 2019 ao projeto</a:t>
            </a:r>
          </a:p>
          <a:p xmlns:a="http://schemas.openxmlformats.org/drawingml/2006/main">
            <a:r>
              <a:t/>
            </a:r>
          </a:p>
          <a:p xmlns:a="http://schemas.openxmlformats.org/drawingml/2006/main">
            <a:r>
              <a:t>Registro 1</a:t>
            </a:r>
          </a:p>
          <a:p xmlns:a="http://schemas.openxmlformats.org/drawingml/2006/main">
            <a:r>
              <a:t>Objetivo: EDM02 Benefícios</a:t>
            </a:r>
          </a:p>
          <a:p xmlns:a="http://schemas.openxmlformats.org/drawingml/2006/main">
            <a:r>
              <a:t>Aplicação proposta: Examinar ganhos esperados e esforço institucional.</a:t>
            </a:r>
          </a:p>
          <a:p xmlns:a="http://schemas.openxmlformats.org/drawingml/2006/main">
            <a:r>
              <a:t>Evidência a produzir: Proposta de valor e avaliação dos benefícios.</a:t>
            </a:r>
          </a:p>
          <a:p xmlns:a="http://schemas.openxmlformats.org/drawingml/2006/main">
            <a:r>
              <a:t/>
            </a:r>
          </a:p>
          <a:p xmlns:a="http://schemas.openxmlformats.org/drawingml/2006/main">
            <a:r>
              <a:t>Registro 2</a:t>
            </a:r>
          </a:p>
          <a:p xmlns:a="http://schemas.openxmlformats.org/drawingml/2006/main">
            <a:r>
              <a:t>Objetivo: EDM03 Riscos</a:t>
            </a:r>
          </a:p>
          <a:p xmlns:a="http://schemas.openxmlformats.org/drawingml/2006/main">
            <a:r>
              <a:t>Aplicação proposta: Encaminhar decisões sobre riscos relevantes.</a:t>
            </a:r>
          </a:p>
          <a:p xmlns:a="http://schemas.openxmlformats.org/drawingml/2006/main">
            <a:r>
              <a:t>Evidência a produzir: Decisão documentada e condições de aceitação.</a:t>
            </a:r>
          </a:p>
          <a:p xmlns:a="http://schemas.openxmlformats.org/drawingml/2006/main">
            <a:r>
              <a:t/>
            </a:r>
          </a:p>
          <a:p xmlns:a="http://schemas.openxmlformats.org/drawingml/2006/main">
            <a:r>
              <a:t>Registro 3</a:t>
            </a:r>
          </a:p>
          <a:p xmlns:a="http://schemas.openxmlformats.org/drawingml/2006/main">
            <a:r>
              <a:t>Objetivo: APO12 Gestão de riscos</a:t>
            </a:r>
          </a:p>
          <a:p xmlns:a="http://schemas.openxmlformats.org/drawingml/2006/main">
            <a:r>
              <a:t>Aplicação proposta: Analisar riscos atuais e futuros.</a:t>
            </a:r>
          </a:p>
          <a:p xmlns:a="http://schemas.openxmlformats.org/drawingml/2006/main">
            <a:r>
              <a:t>Evidência a produzir: Matriz com evidências e tratamentos.</a:t>
            </a:r>
          </a:p>
          <a:p xmlns:a="http://schemas.openxmlformats.org/drawingml/2006/main">
            <a:r>
              <a:t/>
            </a:r>
          </a:p>
          <a:p xmlns:a="http://schemas.openxmlformats.org/drawingml/2006/main">
            <a:r>
              <a:t>Registro 4</a:t>
            </a:r>
          </a:p>
          <a:p xmlns:a="http://schemas.openxmlformats.org/drawingml/2006/main">
            <a:r>
              <a:t>Objetivo: APO13 Gestão da segurança</a:t>
            </a:r>
          </a:p>
          <a:p xmlns:a="http://schemas.openxmlformats.org/drawingml/2006/main">
            <a:r>
              <a:t>Aplicação proposta: Organizar diretrizes e responsabilidades.</a:t>
            </a:r>
          </a:p>
          <a:p xmlns:a="http://schemas.openxmlformats.org/drawingml/2006/main">
            <a:r>
              <a:t>Evidência a produzir: Regras de acesso e revisão.</a:t>
            </a:r>
          </a:p>
          <a:p xmlns:a="http://schemas.openxmlformats.org/drawingml/2006/main">
            <a:r>
              <a:t/>
            </a:r>
          </a:p>
          <a:p xmlns:a="http://schemas.openxmlformats.org/drawingml/2006/main">
            <a:r>
              <a:t>Registro 5</a:t>
            </a:r>
          </a:p>
          <a:p xmlns:a="http://schemas.openxmlformats.org/drawingml/2006/main">
            <a:r>
              <a:t>Objetivo: BAI10 Configurações</a:t>
            </a:r>
          </a:p>
          <a:p xmlns:a="http://schemas.openxmlformats.org/drawingml/2006/main">
            <a:r>
              <a:t>Aplicação proposta: Documentar configurações e dependências.</a:t>
            </a:r>
          </a:p>
          <a:p xmlns:a="http://schemas.openxmlformats.org/drawingml/2006/main">
            <a:r>
              <a:t>Evidência a produzir: Inventário e configuração de referência.</a:t>
            </a:r>
          </a:p>
          <a:p xmlns:a="http://schemas.openxmlformats.org/drawingml/2006/main">
            <a:r>
              <a:t/>
            </a:r>
          </a:p>
          <a:p xmlns:a="http://schemas.openxmlformats.org/drawingml/2006/main">
            <a:r>
              <a:t>Registro 6</a:t>
            </a:r>
          </a:p>
          <a:p xmlns:a="http://schemas.openxmlformats.org/drawingml/2006/main">
            <a:r>
              <a:t>Objetivo: DSS02 Solicitações e incidentes</a:t>
            </a:r>
          </a:p>
          <a:p xmlns:a="http://schemas.openxmlformats.org/drawingml/2006/main">
            <a:r>
              <a:t>Aplicação proposta: Encaminhar dificuldades de acesso.</a:t>
            </a:r>
          </a:p>
          <a:p xmlns:a="http://schemas.openxmlformats.org/drawingml/2006/main">
            <a:r>
              <a:t>Evidência a produzir: Histórico de atendimento.</a:t>
            </a:r>
          </a:p>
          <a:p xmlns:a="http://schemas.openxmlformats.org/drawingml/2006/main">
            <a:r>
              <a:t/>
            </a:r>
          </a:p>
          <a:p xmlns:a="http://schemas.openxmlformats.org/drawingml/2006/main">
            <a:r>
              <a:t>Registro 7</a:t>
            </a:r>
          </a:p>
          <a:p xmlns:a="http://schemas.openxmlformats.org/drawingml/2006/main">
            <a:r>
              <a:t>Objetivo: DSS04 Continuidade</a:t>
            </a:r>
          </a:p>
          <a:p xmlns:a="http://schemas.openxmlformats.org/drawingml/2006/main">
            <a:r>
              <a:t>Aplicação proposta: Preparar falha e recuperação.</a:t>
            </a:r>
          </a:p>
          <a:p xmlns:a="http://schemas.openxmlformats.org/drawingml/2006/main">
            <a:r>
              <a:t>Evidência a produzir: Contingência verificada no piloto.</a:t>
            </a:r>
          </a:p>
          <a:p xmlns:a="http://schemas.openxmlformats.org/drawingml/2006/main">
            <a:r>
              <a:t/>
            </a:r>
          </a:p>
          <a:p xmlns:a="http://schemas.openxmlformats.org/drawingml/2006/main">
            <a:r>
              <a:t>Registro 8</a:t>
            </a:r>
          </a:p>
          <a:p xmlns:a="http://schemas.openxmlformats.org/drawingml/2006/main">
            <a:r>
              <a:t>Objetivo: DSS05 Serviços de segurança</a:t>
            </a:r>
          </a:p>
          <a:p xmlns:a="http://schemas.openxmlformats.org/drawingml/2006/main">
            <a:r>
              <a:t>Aplicação proposta: Operar permissões e registros pertinentes.</a:t>
            </a:r>
          </a:p>
          <a:p xmlns:a="http://schemas.openxmlformats.org/drawingml/2006/main">
            <a:r>
              <a:t>Evidência a produzir: Procedimentos e verificações.</a:t>
            </a:r>
          </a:p>
          <a:p xmlns:a="http://schemas.openxmlformats.org/drawingml/2006/main">
            <a:r>
              <a:t/>
            </a:r>
          </a:p>
          <a:p xmlns:a="http://schemas.openxmlformats.org/drawingml/2006/main">
            <a:r>
              <a:t>Registro 9</a:t>
            </a:r>
          </a:p>
          <a:p xmlns:a="http://schemas.openxmlformats.org/drawingml/2006/main">
            <a:r>
              <a:t>Objetivo: MEA01 Desempenho e conformidade</a:t>
            </a:r>
          </a:p>
          <a:p xmlns:a="http://schemas.openxmlformats.org/drawingml/2006/main">
            <a:r>
              <a:t>Aplicação proposta: Acompanhar metas e correções.</a:t>
            </a:r>
          </a:p>
          <a:p xmlns:a="http://schemas.openxmlformats.org/drawingml/2006/main">
            <a:r>
              <a:t>Evidência a produzir: Relatório de indicadores.</a:t>
            </a:r>
          </a:p>
          <a:p xmlns:a="http://schemas.openxmlformats.org/drawingml/2006/main">
            <a:r>
              <a:t/>
            </a:r>
          </a:p>
          <a:p xmlns:a="http://schemas.openxmlformats.org/drawingml/2006/main">
            <a:r>
              <a:t>Fonte: elaboração própria a partir de ISACA ([s. d.], 2025) e Kadam (2020). Os nomes em português são sínteses explicativas.</a:t>
            </a:r>
          </a:p>
          <a:p xmlns:a="http://schemas.openxmlformats.org/drawingml/2006/main">
            <a:r>
              <a:t/>
            </a:r>
          </a:p>
          <a:p xmlns:a="http://schemas.openxmlformats.org/drawingml/2006/main">
            <a:r>
              <a:t>A necessidade acadêmica é manter condições adequadas para as atividades práticas; a contribuição de TI é organizar acessos e atendimento com continuidade. As ações deverão ser escolhidas conforme riscos e requisitos, e seus efeitos acompanhados. Essa relação constitui uma adaptação analítica ao caso, sem reproduzir uma matriz oficial de metas do COBIT.</a:t>
            </a:r>
          </a:p>
          <a:p xmlns:a="http://schemas.openxmlformats.org/drawingml/2006/main">
            <a:r>
              <a:t/>
            </a:r>
          </a:p>
          <a:p xmlns:a="http://schemas.openxmlformats.org/drawingml/2006/main">
            <a:r>
              <a:t>4.2 IDENTIFICAÇÃO E CONTROLE DOS ACESSOS</a:t>
            </a:r>
          </a:p>
          <a:p xmlns:a="http://schemas.openxmlformats.org/drawingml/2006/main">
            <a:r>
              <a:t/>
            </a:r>
          </a:p>
          <a:p xmlns:a="http://schemas.openxmlformats.org/drawingml/2006/main">
            <a:r>
              <a:t>A identificação corresponde à indicação da identidade que o usuário afirma possuir, por exemplo, por um nome de usuário, RA ou endereço de e-mail. A autenticação verifica essa afirmação mediante um mecanismo apropriado. A autorização determina os recursos e operações permitidos. As diretrizes do NIST distinguem os processos de comprovação de identidade, autenticação e federação, apoiando a análise dessas funções (NIST, 2025a). Escolher RA como nome de acesso não garante individualização: é necessário associá-lo a uma conta e a um mecanismo de autenticação.</a:t>
            </a:r>
          </a:p>
          <a:p xmlns:a="http://schemas.openxmlformats.org/drawingml/2006/main">
            <a:r>
              <a:t/>
            </a:r>
          </a:p>
          <a:p xmlns:a="http://schemas.openxmlformats.org/drawingml/2006/main">
            <a:r>
              <a:t>Contas locais são administradas no próprio equipamento; serviços institucionais de identidade podem permitir administração integrada, desde que exista infraestrutura compatível. A existência de e-mail ou conta acadêmica não comprova integração com o acesso às estações. Diretórios, grupos e permissões precisam ser considerados juntamente com as regras institucionais e os requisitos das aplicações.</a:t>
            </a:r>
          </a:p>
          <a:p xmlns:a="http://schemas.openxmlformats.org/drawingml/2006/main">
            <a:r>
              <a:t/>
            </a:r>
          </a:p>
          <a:p xmlns:a="http://schemas.openxmlformats.org/drawingml/2006/main">
            <a:r>
              <a:t>A sessão é o contexto de utilização após o acesso. Registros podem documentar autenticação, encerramento e operações administrativas, conforme as políticas configuradas. A documentação da Microsoft distingue eventos de logon na estação de eventos de validação da conta, o que exige verificar a origem e a coleta dos registros pertinentes (Microsoft, [s. d.]b, [s. d.]c). Contas individuais podem ampliar a associação de eventos a uma identidade técnica, mas não comprovam, isoladamente, a pessoa que estava fisicamente no computador.</a:t>
            </a:r>
          </a:p>
          <a:p xmlns:a="http://schemas.openxmlformats.org/drawingml/2006/main">
            <a:r>
              <a:t/>
            </a:r>
          </a:p>
          <a:p xmlns:a="http://schemas.openxmlformats.org/drawingml/2006/main">
            <a:r>
              <a:t>O NIST SP 800-63B-4 trata de autenticação e administração de autenticadores, fundamentando a atenção à manutenção e à recuperação do acesso (NIST, 2025b). Para o projeto, a análise deverá abranger criação, atualização, recuperação e revogação de contas, considerando ingresso, alterações de vínculo e desligamento. As recomendações do NIST são referências técnicas e não obrigações legais brasileiras automaticamente aplicáveis.</a:t>
            </a:r>
          </a:p>
          <a:p xmlns:a="http://schemas.openxmlformats.org/drawingml/2006/main">
            <a:r>
              <a:t/>
            </a:r>
          </a:p>
          <a:p xmlns:a="http://schemas.openxmlformats.org/drawingml/2006/main">
            <a:r>
              <a:t>4.5 TRABALHOS RELACIONADOS</a:t>
            </a:r>
          </a:p>
          <a:p xmlns:a="http://schemas.openxmlformats.org/drawingml/2006/main">
            <a:r>
              <a:t/>
            </a:r>
          </a:p>
          <a:p xmlns:a="http://schemas.openxmlformats.org/drawingml/2006/main">
            <a:r>
              <a:t>Henrique (2012) analisa a governança de segurança da informação no contexto da defesa cibernética da Administração Pública Federal. O estudo contribui para discutir organização, responsabilidades e proteção das informações, mas seu contexto e sua data limitam a transferência de conclusões para os laboratórios da Fatec.</a:t>
            </a:r>
          </a:p>
          <a:p xmlns:a="http://schemas.openxmlformats.org/drawingml/2006/main">
            <a:r>
              <a:t/>
            </a:r>
          </a:p>
          <a:p xmlns:a="http://schemas.openxmlformats.org/drawingml/2006/main">
            <a:r>
              <a:t>Ribeiro (2024) apresenta uma proposta de utilização de ITIL e COBIT em uma empresa fictícia, oferecendo referência para organizar diagnóstico, planejamento e acompanhamento. Seus resultados não constituem evidência de redução real de custos ou melhoria de desempenho em uma instituição de ensino. Cardoso (2025) e Silva (2025) apoiam a discussão complementar sobre IA. A contribuição desta pesquisa está em relacionar o acesso às necessidades das aulas, à capacidade de suporte e à decisão institucional no ambiente delimitado.</a:t>
            </a:r>
          </a:p>
          <a:p xmlns:a="http://schemas.openxmlformats.org/drawingml/2006/main">
            <a:r>
              <a:t/>
            </a:r>
          </a:p>
          <a:p xmlns:a="http://schemas.openxmlformats.org/drawingml/2006/main">
            <a:r>
              <a:t>FALA DE APOIO</a:t>
            </a:r>
          </a:p>
          <a:p xmlns:a="http://schemas.openxmlformats.org/drawingml/2006/main">
            <a:r>
              <a:t>A avaliação de riscos usa uma escala qualitativa de três níveis. O impacto considera as consequências acadêmicas, operacionais e sobre informações. A probabilidade considera relatos, condições técnicas e controles verificados. A classificação já refletirá os controles existentes, sem uma segunda redução automática. A matriz aplicada aos riscos concretos permanece como entrega a concluir.</a:t>
            </a:r>
          </a:p>
          <a:p xmlns:a="http://schemas.openxmlformats.org/drawingml/2006/main">
            <a:r>
              <a:t/>
            </a:r>
          </a:p>
          <a:p xmlns:a="http://schemas.openxmlformats.org/drawingml/2006/main">
            <a:r>
              <a:t>FONTE</a:t>
            </a:r>
          </a:p>
          <a:p xmlns:a="http://schemas.openxmlformats.org/drawingml/2006/main">
            <a:r>
              <a:t>Trabalho fornecido pelos autores: TG1-V1_20_paginas.pdf. As referências citadas no texto constam integralmente nas notas do slide 15.</a:t>
            </a:r>
          </a:p>
          <a:p xmlns:a="http://schemas.openxmlformats.org/drawingml/2006/main">
            <a:r>
              <a:t/>
            </a:r>
          </a:p>
          <a:p xmlns:a="http://schemas.openxmlformats.org/drawingml/2006/main">
            <a:r>
              <a:t>CONTEÚDO DE APOIO DO TRABALHO</a:t>
            </a:r>
          </a:p>
          <a:p xmlns:a="http://schemas.openxmlformats.org/drawingml/2006/main">
            <a:r>
              <a:t>5.4 CRITÉRIOS DE AVALIAÇÃO DE RISCOS</a:t>
            </a:r>
          </a:p>
          <a:p xmlns:a="http://schemas.openxmlformats.org/drawingml/2006/main">
            <a:r>
              <a:t/>
            </a:r>
          </a:p>
          <a:p xmlns:a="http://schemas.openxmlformats.org/drawingml/2006/main">
            <a:r>
              <a:t>A avaliação qualitativa deverá registrar as regras antes de classificar os riscos, permitindo explicar o resultado sem ajustá-lo a uma solução já escolhida. O NIST SP 800-30 Rev. 1 fornece orientações para avaliações de risco; a escala utilizada neste projeto é uma adaptação de três níveis, adequada ao volume e à natureza preliminar das evidências, e não reprodução integral de uma escala normativa (NIST, 2012).</a:t>
            </a:r>
          </a:p>
          <a:p xmlns:a="http://schemas.openxmlformats.org/drawingml/2006/main">
            <a:r>
              <a:t/>
            </a:r>
          </a:p>
          <a:p xmlns:a="http://schemas.openxmlformats.org/drawingml/2006/main">
            <a:r>
              <a:t>O impacto será examinado sobre atividade acadêmica, operação de TI, integridade de equipamentos e sistemas, rastreabilidade e dados pessoais. A classificação considerará a consequência relevante mais grave, desde que seu cenário seja documentado. A probabilidade será estimada com frequência relatada, condições técnicas e controles verificados, registrando limitações quando faltar histórico.</a:t>
            </a:r>
          </a:p>
          <a:p xmlns:a="http://schemas.openxmlformats.org/drawingml/2006/main">
            <a:r>
              <a:t/>
            </a:r>
          </a:p>
          <a:p xmlns:a="http://schemas.openxmlformats.org/drawingml/2006/main">
            <a:r>
              <a:t>Quadro 3 - Escala proposta de impacto</a:t>
            </a:r>
          </a:p>
          <a:p xmlns:a="http://schemas.openxmlformats.org/drawingml/2006/main">
            <a:r>
              <a:t/>
            </a:r>
          </a:p>
          <a:p xmlns:a="http://schemas.openxmlformats.org/drawingml/2006/main">
            <a:r>
              <a:t>Registro 1</a:t>
            </a:r>
          </a:p>
          <a:p xmlns:a="http://schemas.openxmlformats.org/drawingml/2006/main">
            <a:r>
              <a:t>Nível: Baixo</a:t>
            </a:r>
          </a:p>
          <a:p xmlns:a="http://schemas.openxmlformats.org/drawingml/2006/main">
            <a:r>
              <a:t>Consequências consideradas: Incômodo pontual, resolvido pelo usuário, sem perda de trabalho relevante, atendimento técnico ou exposição de dados.</a:t>
            </a:r>
          </a:p>
          <a:p xmlns:a="http://schemas.openxmlformats.org/drawingml/2006/main">
            <a:r>
              <a:t/>
            </a:r>
          </a:p>
          <a:p xmlns:a="http://schemas.openxmlformats.org/drawingml/2006/main">
            <a:r>
              <a:t>Registro 2</a:t>
            </a:r>
          </a:p>
          <a:p xmlns:a="http://schemas.openxmlformats.org/drawingml/2006/main">
            <a:r>
              <a:t>Nível: Médio</a:t>
            </a:r>
          </a:p>
          <a:p xmlns:a="http://schemas.openxmlformats.org/drawingml/2006/main">
            <a:r>
              <a:t>Consequências consideradas: Interrupção parcial da atividade ou troca de estação; atendimento de TI; perda recuperável; dificuldade de apuração.</a:t>
            </a:r>
          </a:p>
          <a:p xmlns:a="http://schemas.openxmlformats.org/drawingml/2006/main">
            <a:r>
              <a:t/>
            </a:r>
          </a:p>
          <a:p xmlns:a="http://schemas.openxmlformats.org/drawingml/2006/main">
            <a:r>
              <a:t>Registro 3</a:t>
            </a:r>
          </a:p>
          <a:p xmlns:a="http://schemas.openxmlformats.org/drawingml/2006/main">
            <a:r>
              <a:t>Nível: Alto</a:t>
            </a:r>
          </a:p>
          <a:p xmlns:a="http://schemas.openxmlformats.org/drawingml/2006/main">
            <a:r>
              <a:t>Consequências consideradas: Comprometimento de aula ou laboratório; perda sem recuperação; dano persistente; exposição de dados; impedimento relevante de apuração.</a:t>
            </a:r>
          </a:p>
          <a:p xmlns:a="http://schemas.openxmlformats.org/drawingml/2006/main">
            <a:r>
              <a:t/>
            </a:r>
          </a:p>
          <a:p xmlns:a="http://schemas.openxmlformats.org/drawingml/2006/main">
            <a:r>
              <a:t>Fonte: elaboração própria a partir dos critérios de risco propostos no projeto.</a:t>
            </a:r>
          </a:p>
          <a:p xmlns:a="http://schemas.openxmlformats.org/drawingml/2006/main">
            <a:r>
              <a:t/>
            </a:r>
          </a:p>
          <a:p xmlns:a="http://schemas.openxmlformats.org/drawingml/2006/main">
            <a:r>
              <a:t>Quadro 4 - Escala proposta de probabilidade</a:t>
            </a:r>
          </a:p>
          <a:p xmlns:a="http://schemas.openxmlformats.org/drawingml/2006/main">
            <a:r>
              <a:t/>
            </a:r>
          </a:p>
          <a:p xmlns:a="http://schemas.openxmlformats.org/drawingml/2006/main">
            <a:r>
              <a:t>Registro 1</a:t>
            </a:r>
          </a:p>
          <a:p xmlns:a="http://schemas.openxmlformats.org/drawingml/2006/main">
            <a:r>
              <a:t>Nível: Baixo</a:t>
            </a:r>
          </a:p>
          <a:p xmlns:a="http://schemas.openxmlformats.org/drawingml/2006/main">
            <a:r>
              <a:t>Informações necessárias à avaliação: Ausência de relato com cenário documentado que exija fatores pouco prováveis ou combinação específica. A falta de relato, sozinha, não basta.</a:t>
            </a:r>
          </a:p>
          <a:p xmlns:a="http://schemas.openxmlformats.org/drawingml/2006/main">
            <a:r>
              <a:t/>
            </a:r>
          </a:p>
          <a:p xmlns:a="http://schemas.openxmlformats.org/drawingml/2006/main">
            <a:r>
              <a:t>Registro 2</a:t>
            </a:r>
          </a:p>
          <a:p xmlns:a="http://schemas.openxmlformats.org/drawingml/2006/main">
            <a:r>
              <a:t>Nível: Médio</a:t>
            </a:r>
          </a:p>
          <a:p xmlns:a="http://schemas.openxmlformats.org/drawingml/2006/main">
            <a:r>
              <a:t>Informações necessárias à avaliação: Relato raro ou ocasional, ou condição confirmada cuja exploração dependa de ação deliberada.</a:t>
            </a:r>
          </a:p>
          <a:p xmlns:a="http://schemas.openxmlformats.org/drawingml/2006/main">
            <a:r>
              <a:t/>
            </a:r>
          </a:p>
          <a:p xmlns:a="http://schemas.openxmlformats.org/drawingml/2006/main">
            <a:r>
              <a:t>Registro 3</a:t>
            </a:r>
          </a:p>
          <a:p xmlns:a="http://schemas.openxmlformats.org/drawingml/2006/main">
            <a:r>
              <a:t>Nível: Alto</a:t>
            </a:r>
          </a:p>
          <a:p xmlns:a="http://schemas.openxmlformats.org/drawingml/2006/main">
            <a:r>
              <a:t>Informações necessárias à avaliação: Frequência relatada sustentada por evidências, ou condição confirmada de exposição recorrente e fácil ocorrência do evento.</a:t>
            </a:r>
          </a:p>
          <a:p xmlns:a="http://schemas.openxmlformats.org/drawingml/2006/main">
            <a:r>
              <a:t/>
            </a:r>
          </a:p>
          <a:p xmlns:a="http://schemas.openxmlformats.org/drawingml/2006/main">
            <a:r>
              <a:t>Fonte: elaboração própria. Relatos de grupos diferentes ajudam a corroborar o cenário, mas não comprovam automaticamente alta frequência.</a:t>
            </a:r>
          </a:p>
          <a:p xmlns:a="http://schemas.openxmlformats.org/drawingml/2006/main">
            <a:r>
              <a:t/>
            </a:r>
          </a:p>
          <a:p xmlns:a="http://schemas.openxmlformats.org/drawingml/2006/main">
            <a:r>
              <a:t>Os controles serão registrados como efetivos, parciais ou não demonstrados, com indicação da evidência. Como a classificação refletirá o cenário com os controles existentes, não será aplicada uma segunda redução automática de probabilidade ou impacto. Os relatos sobre restrições das contas, alterações de configuração e mecanismos complementares de identificação deverão ser confirmados antes de estabelecer a efetividade desses controles.</a:t>
            </a:r>
          </a:p>
          <a:p xmlns:a="http://schemas.openxmlformats.org/drawingml/2006/main">
            <a:r>
              <a:t/>
            </a:r>
          </a:p>
          <a:p xmlns:a="http://schemas.openxmlformats.org/drawingml/2006/main">
            <a:r>
              <a:t>Quadro 5 - Cruzamento proposto de probabilidade e impacto</a:t>
            </a:r>
          </a:p>
          <a:p xmlns:a="http://schemas.openxmlformats.org/drawingml/2006/main">
            <a:r>
              <a:t/>
            </a:r>
          </a:p>
          <a:p xmlns:a="http://schemas.openxmlformats.org/drawingml/2006/main">
            <a:r>
              <a:t>Registro 1</a:t>
            </a:r>
          </a:p>
          <a:p xmlns:a="http://schemas.openxmlformats.org/drawingml/2006/main">
            <a:r>
              <a:t>Probabilidade e impacto: Baixa</a:t>
            </a:r>
          </a:p>
          <a:p xmlns:a="http://schemas.openxmlformats.org/drawingml/2006/main">
            <a:r>
              <a:t>Baixo: Baixo</a:t>
            </a:r>
          </a:p>
          <a:p xmlns:a="http://schemas.openxmlformats.org/drawingml/2006/main">
            <a:r>
              <a:t>Médio: Baixo</a:t>
            </a:r>
          </a:p>
          <a:p xmlns:a="http://schemas.openxmlformats.org/drawingml/2006/main">
            <a:r>
              <a:t>Alto: Moderado</a:t>
            </a:r>
          </a:p>
          <a:p xmlns:a="http://schemas.openxmlformats.org/drawingml/2006/main">
            <a:r>
              <a:t/>
            </a:r>
          </a:p>
          <a:p xmlns:a="http://schemas.openxmlformats.org/drawingml/2006/main">
            <a:r>
              <a:t>Registro 2</a:t>
            </a:r>
          </a:p>
          <a:p xmlns:a="http://schemas.openxmlformats.org/drawingml/2006/main">
            <a:r>
              <a:t>Probabilidade e impacto: Média</a:t>
            </a:r>
          </a:p>
          <a:p xmlns:a="http://schemas.openxmlformats.org/drawingml/2006/main">
            <a:r>
              <a:t>Baixo: Baixo</a:t>
            </a:r>
          </a:p>
          <a:p xmlns:a="http://schemas.openxmlformats.org/drawingml/2006/main">
            <a:r>
              <a:t>Médio: Moderado</a:t>
            </a:r>
          </a:p>
          <a:p xmlns:a="http://schemas.openxmlformats.org/drawingml/2006/main">
            <a:r>
              <a:t>Alto: Alto</a:t>
            </a:r>
          </a:p>
          <a:p xmlns:a="http://schemas.openxmlformats.org/drawingml/2006/main">
            <a:r>
              <a:t/>
            </a:r>
          </a:p>
          <a:p xmlns:a="http://schemas.openxmlformats.org/drawingml/2006/main">
            <a:r>
              <a:t>Registro 3</a:t>
            </a:r>
          </a:p>
          <a:p xmlns:a="http://schemas.openxmlformats.org/drawingml/2006/main">
            <a:r>
              <a:t>Probabilidade e impacto: Alta</a:t>
            </a:r>
          </a:p>
          <a:p xmlns:a="http://schemas.openxmlformats.org/drawingml/2006/main">
            <a:r>
              <a:t>Baixo: Moderado</a:t>
            </a:r>
          </a:p>
          <a:p xmlns:a="http://schemas.openxmlformats.org/drawingml/2006/main">
            <a:r>
              <a:t>Médio: Alto</a:t>
            </a:r>
          </a:p>
          <a:p xmlns:a="http://schemas.openxmlformats.org/drawingml/2006/main">
            <a:r>
              <a:t>Alto: Alto</a:t>
            </a:r>
          </a:p>
          <a:p xmlns:a="http://schemas.openxmlformats.org/drawingml/2006/main">
            <a:r>
              <a:t/>
            </a:r>
          </a:p>
          <a:p xmlns:a="http://schemas.openxmlformats.org/drawingml/2006/main">
            <a:r>
              <a:t>Fonte: elaboração própria a partir da regra de classificação proposta no projeto.</a:t>
            </a:r>
          </a:p>
          <a:p xmlns:a="http://schemas.openxmlformats.org/drawingml/2006/main">
            <a:r>
              <a:t/>
            </a:r>
          </a:p>
          <a:p xmlns:a="http://schemas.openxmlformats.org/drawingml/2006/main">
            <a:r>
              <a:t>Cada risco deverá registrar evento possível, condição de origem, recurso afetado, consequência, evidência, controles, classificação e tratamento. Cenários sem histórico suficiente serão marcados como estimados por condição. A análise distinguirá limitações, riscos e incidentes relatados, incluindo dependências que uma alternativa futura introduza. A matriz aplicada aos riscos concretos permanece como entrega a concluir.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DE APOIO</a:t>
            </a:r>
          </a:p>
          <a:p xmlns:a="http://schemas.openxmlformats.org/drawingml/2006/main">
            <a:r>
              <a:t>A pesquisa caracteriza um estudo de caso aplicado com informações qualitativas e quantitativas. Os materiais informam vinte estudantes, três docentes e uma participação da equipe de TI. Esses números descrevem participação preliminar, sem representatividade estatística demonstrada. A metodologia articula instrumentos e compara as fontes, preservando a diferença entre observação, relato e informação ainda não confirmada.</a:t>
            </a:r>
          </a:p>
          <a:p xmlns:a="http://schemas.openxmlformats.org/drawingml/2006/main">
            <a:r>
              <a:t/>
            </a:r>
          </a:p>
          <a:p xmlns:a="http://schemas.openxmlformats.org/drawingml/2006/main">
            <a:r>
              <a:t>FONTE</a:t>
            </a:r>
          </a:p>
          <a:p xmlns:a="http://schemas.openxmlformats.org/drawingml/2006/main">
            <a:r>
              <a:t>Trabalho fornecido pelos autores: TG1-V1_20_paginas.pdf. As referências citadas no texto constam integralmente nas notas do slide 15.</a:t>
            </a:r>
          </a:p>
          <a:p xmlns:a="http://schemas.openxmlformats.org/drawingml/2006/main">
            <a:r>
              <a:t/>
            </a:r>
          </a:p>
          <a:p xmlns:a="http://schemas.openxmlformats.org/drawingml/2006/main">
            <a:r>
              <a:t>CONTEÚDO DE APOIO DO TRABALHO</a:t>
            </a:r>
          </a:p>
          <a:p xmlns:a="http://schemas.openxmlformats.org/drawingml/2006/main">
            <a:r>
              <a:t>5 METODOLOGIA</a:t>
            </a:r>
          </a:p>
          <a:p xmlns:a="http://schemas.openxmlformats.org/drawingml/2006/main">
            <a:r>
              <a:t/>
            </a:r>
          </a:p>
          <a:p xmlns:a="http://schemas.openxmlformats.org/drawingml/2006/main">
            <a:r>
              <a:t>5.1 CARACTERIZAÇÃO E PARTICIPANTES</a:t>
            </a:r>
          </a:p>
          <a:p xmlns:a="http://schemas.openxmlformats.org/drawingml/2006/main">
            <a:r>
              <a:t/>
            </a:r>
          </a:p>
          <a:p xmlns:a="http://schemas.openxmlformats.org/drawingml/2006/main">
            <a:r>
              <a:t>A pesquisa é caracterizada como estudo de caso aplicado, com utilização de informações qualitativas e quantitativas. A finalidade é diagnosticar o acesso aos laboratórios, analisar necessidades e riscos e planejar uma proposta de melhoria. A comparação das alternativas precederá a recomendação tecnológica, enquanto a validação de uma implantação dependerá de etapa futura autorizada.</a:t>
            </a:r>
          </a:p>
          <a:p xmlns:a="http://schemas.openxmlformats.org/drawingml/2006/main">
            <a:r>
              <a:t/>
            </a:r>
          </a:p>
          <a:p xmlns:a="http://schemas.openxmlformats.org/drawingml/2006/main">
            <a:r>
              <a:t>Os documentos preliminares registram 20 respostas de estudantes, três de docentes e uma da equipe de TI. Esses números descrevem a participação informada nos materiais de coleta, cuja consolidação deverá incluir período, critérios de seleção, respostas válidas por pergunta e ambientes abrangidos. Não há informação suficiente para tratar a amostra como representativa de toda a comunidade acadêmica.</a:t>
            </a:r>
          </a:p>
          <a:p xmlns:a="http://schemas.openxmlformats.org/drawingml/2006/main">
            <a:r>
              <a:t/>
            </a:r>
          </a:p>
          <a:p xmlns:a="http://schemas.openxmlformats.org/drawingml/2006/main">
            <a:r>
              <a:t>5.2 INSTRUMENTOS E TRIANGULAÇÃO</a:t>
            </a:r>
          </a:p>
          <a:p xmlns:a="http://schemas.openxmlformats.org/drawingml/2006/main">
            <a:r>
              <a:t/>
            </a:r>
          </a:p>
          <a:p xmlns:a="http://schemas.openxmlformats.org/drawingml/2006/main">
            <a:r>
              <a:t>O desenho metodológico articula formulários, entrevistas, observação e consulta documental. A comparação entre fontes permitirá verificar convergências, divergências e limites das informações. Atividades previstas não serão apresentadas como realizadas sem registro correspondente.</a:t>
            </a:r>
          </a:p>
          <a:p xmlns:a="http://schemas.openxmlformats.org/drawingml/2006/main">
            <a:r>
              <a:t/>
            </a:r>
          </a:p>
          <a:p xmlns:a="http://schemas.openxmlformats.org/drawingml/2006/main">
            <a:r>
              <a:t>Quadro 2 - Instrumentos e finalidades da coleta</a:t>
            </a:r>
          </a:p>
          <a:p xmlns:a="http://schemas.openxmlformats.org/drawingml/2006/main">
            <a:r>
              <a:t/>
            </a:r>
          </a:p>
          <a:p xmlns:a="http://schemas.openxmlformats.org/drawingml/2006/main">
            <a:r>
              <a:t>Registro 1</a:t>
            </a:r>
          </a:p>
          <a:p xmlns:a="http://schemas.openxmlformats.org/drawingml/2006/main">
            <a:r>
              <a:t>Fonte ou instrumento: Formulário e roteiro dos estudantes</a:t>
            </a:r>
          </a:p>
          <a:p xmlns:a="http://schemas.openxmlformats.org/drawingml/2006/main">
            <a:r>
              <a:t>Público ou ambiente: Estudantes usuários dos laboratórios.</a:t>
            </a:r>
          </a:p>
          <a:p xmlns:a="http://schemas.openxmlformats.org/drawingml/2006/main">
            <a:r>
              <a:t>Finalidade: Compreender acesso, problemas, arquivos e percepção sobre contas individuais.</a:t>
            </a:r>
          </a:p>
          <a:p xmlns:a="http://schemas.openxmlformats.org/drawingml/2006/main">
            <a:r>
              <a:t/>
            </a:r>
          </a:p>
          <a:p xmlns:a="http://schemas.openxmlformats.org/drawingml/2006/main">
            <a:r>
              <a:t>Registro 2</a:t>
            </a:r>
          </a:p>
          <a:p xmlns:a="http://schemas.openxmlformats.org/drawingml/2006/main">
            <a:r>
              <a:t>Fonte ou instrumento: Entrevista técnica e checklist</a:t>
            </a:r>
          </a:p>
          <a:p xmlns:a="http://schemas.openxmlformats.org/drawingml/2006/main">
            <a:r>
              <a:t>Público ou ambiente: Suporte e estações autorizadas.</a:t>
            </a:r>
          </a:p>
          <a:p xmlns:a="http://schemas.openxmlformats.org/drawingml/2006/main">
            <a:r>
              <a:t>Finalidade: Identificar infraestrutura, contas, permissões, registros, restauração e atendimento.</a:t>
            </a:r>
          </a:p>
          <a:p xmlns:a="http://schemas.openxmlformats.org/drawingml/2006/main">
            <a:r>
              <a:t/>
            </a:r>
          </a:p>
          <a:p xmlns:a="http://schemas.openxmlformats.org/drawingml/2006/main">
            <a:r>
              <a:t>Registro 3</a:t>
            </a:r>
          </a:p>
          <a:p xmlns:a="http://schemas.openxmlformats.org/drawingml/2006/main">
            <a:r>
              <a:t>Fonte ou instrumento: Entrevista ou roteiro de escuta</a:t>
            </a:r>
          </a:p>
          <a:p xmlns:a="http://schemas.openxmlformats.org/drawingml/2006/main">
            <a:r>
              <a:t>Público ou ambiente: Docentes participantes.</a:t>
            </a:r>
          </a:p>
          <a:p xmlns:a="http://schemas.openxmlformats.org/drawingml/2006/main">
            <a:r>
              <a:t>Finalidade: Compreender efeitos sobre aulas, softwares e necessidades de utilização.</a:t>
            </a:r>
          </a:p>
          <a:p xmlns:a="http://schemas.openxmlformats.org/drawingml/2006/main">
            <a:r>
              <a:t/>
            </a:r>
          </a:p>
          <a:p xmlns:a="http://schemas.openxmlformats.org/drawingml/2006/main">
            <a:r>
              <a:t>Registro 4</a:t>
            </a:r>
          </a:p>
          <a:p xmlns:a="http://schemas.openxmlformats.org/drawingml/2006/main">
            <a:r>
              <a:t>Fonte ou instrumento: Documentação institucional e técnica</a:t>
            </a:r>
          </a:p>
          <a:p xmlns:a="http://schemas.openxmlformats.org/drawingml/2006/main">
            <a:r>
              <a:t>Público ou ambiente: Fontes autorizadas e documentação oficial.</a:t>
            </a:r>
          </a:p>
          <a:p xmlns:a="http://schemas.openxmlformats.org/drawingml/2006/main">
            <a:r>
              <a:t>Finalidade: Contextualizar planejamento e verificar dependências e alternativas.</a:t>
            </a:r>
          </a:p>
          <a:p xmlns:a="http://schemas.openxmlformats.org/drawingml/2006/main">
            <a:r>
              <a:t/>
            </a:r>
          </a:p>
          <a:p xmlns:a="http://schemas.openxmlformats.org/drawingml/2006/main">
            <a:r>
              <a:t>Fonte: elaboração própria a partir do plano metodológico e dos instrumentos do projeto.</a:t>
            </a:r>
          </a:p>
          <a:p xmlns:a="http://schemas.openxmlformats.org/drawingml/2006/main">
            <a:r>
              <a:t/>
            </a:r>
          </a:p>
          <a:p xmlns:a="http://schemas.openxmlformats.org/drawingml/2006/main">
            <a:r>
              <a:t>O roteiro atualizado dos estudantes está no Apêndice A. As respostas originais, os registros das entrevistas e as observações deverão ser organizados por data, fonte e abrangência. Nas informações técnicas, serão diferenciados dado observado, relato do suporte e condição ainda não confirmada.</a:t>
            </a:r>
          </a:p>
          <a:p xmlns:a="http://schemas.openxmlformats.org/drawingml/2006/main">
            <a:r>
              <a:t/>
            </a:r>
          </a:p>
          <a:p xmlns:a="http://schemas.openxmlformats.org/drawingml/2006/main">
            <a:r>
              <a:t>5.3 TRATAMENTO E PROTEÇÃO DOS DADOS</a:t>
            </a:r>
          </a:p>
          <a:p xmlns:a="http://schemas.openxmlformats.org/drawingml/2006/main">
            <a:r>
              <a:t/>
            </a:r>
          </a:p>
          <a:p xmlns:a="http://schemas.openxmlformats.org/drawingml/2006/main">
            <a:r>
              <a:t>As informações qualitativas serão agrupadas por temas como autenticação, desempenho, suporte, arquivos, permissões, privacidade e expectativas. As respostas quantitativas deverão ser apresentadas com contagens e base de cálculo. Uma frequência relatada não equivale a medição técnica, e a menção de um problema não confirma sua causa.</a:t>
            </a:r>
          </a:p>
          <a:p xmlns:a="http://schemas.openxmlformats.org/drawingml/2006/main">
            <a:r>
              <a:t/>
            </a:r>
          </a:p>
          <a:p xmlns:a="http://schemas.openxmlformats.org/drawingml/2006/main">
            <a:r>
              <a:t>A matriz de rastreabilidade relacionará evidência, necessidade e requisito. A análise também deverá reconhecer vantagens do modelo atual, dificuldades previstas numa mudança e opiniões divergentes. Cada requisito precisará de origem, justificativa, prioridade e forma de verificar o atendimento. Metas sem base deverão ser identificadas como propostas a validar.</a:t>
            </a:r>
          </a:p>
          <a:p xmlns:a="http://schemas.openxmlformats.org/drawingml/2006/main">
            <a:r>
              <a:t/>
            </a:r>
          </a:p>
          <a:p xmlns:a="http://schemas.openxmlformats.org/drawingml/2006/main">
            <a:r>
              <a:t>Os instrumentos orientam a não solicitar RA, CPF, senhas, credenciais ou identificação desnecessária. Os registros serão mantidos em ambiente autorizado, com acesso restrito aos responsáveis. Na divulgação, deverão ser utilizados resultados agregados e revistos trechos capazes de identificar participantes de grupos pequenos. As medidas efetivamente adotadas e as autorizações deverão ser descritas; não se declara anonimato absoluto sem verificação.</a:t>
            </a:r>
          </a:p>
          <a:p xmlns:a="http://schemas.openxmlformats.org/drawingml/2006/main">
            <a:r>
              <a:t/>
            </a:r>
          </a:p>
          <a:p xmlns:a="http://schemas.openxmlformats.org/drawingml/2006/main">
            <a:r>
              <a:t>5.5 COMPARAÇÃO E VALIDAÇÃO PREVISTAS</a:t>
            </a:r>
          </a:p>
          <a:p xmlns:a="http://schemas.openxmlformats.org/drawingml/2006/main">
            <a:r>
              <a:t/>
            </a:r>
          </a:p>
          <a:p xmlns:a="http://schemas.openxmlformats.org/drawingml/2006/main">
            <a:r>
              <a:t>A comparação deverá incluir o modelo atual, melhorias nos controles existentes e alternativas de acesso individual. Serão consideradas segurança, privacidade, compatibilidade, continuidade, usabilidade, custos e manutenção. Requisitos indispensáveis serão verificados antes de eventual pontuação; pesos precisarão de justificativa e campos desconhecidos serão registrados como não avaliados.</a:t>
            </a:r>
          </a:p>
          <a:p xmlns:a="http://schemas.openxmlformats.org/drawingml/2006/main">
            <a:r>
              <a:t/>
            </a:r>
          </a:p>
          <a:p xmlns:a="http://schemas.openxmlformats.org/drawingml/2006/main">
            <a:r>
              <a:t>A revisão técnica verificará fidelidade ao ambiente e dependências; a revisão acadêmica examinará os efeitos sobre as aulas; a revisão institucional considerará atribuições, recursos e tratamento de informações. Concordância em entrevista não equivale a autorização de implantação. A validação de desempenho e operação exigirá piloto futuro com condições documentadas e critérios definidos previamente.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DE APOIO</a:t>
            </a:r>
          </a:p>
          <a:p xmlns:a="http://schemas.openxmlformats.org/drawingml/2006/main">
            <a:r>
              <a:t>Os percentuais vêm do resumo preliminar fornecido pela equipe. O gráfico apresenta três ocorrências relatadas e não uma medição técnica. Ainda falta confirmar a base de respostas de cada pergunta, inclusive a possibilidade de respostas múltiplas. Rede e travamento podem ter causas distintas da autenticação. O inventário, a situação do Windows e a existência de restauração exigem verificação.</a:t>
            </a:r>
          </a:p>
          <a:p xmlns:a="http://schemas.openxmlformats.org/drawingml/2006/main">
            <a:r>
              <a:t/>
            </a:r>
          </a:p>
          <a:p xmlns:a="http://schemas.openxmlformats.org/drawingml/2006/main">
            <a:r>
              <a:t>FONTE</a:t>
            </a:r>
          </a:p>
          <a:p xmlns:a="http://schemas.openxmlformats.org/drawingml/2006/main">
            <a:r>
              <a:t>Trabalho fornecido pelos autores: TG1-V1_20_paginas.pdf. As referências citadas no texto constam integralmente nas notas do slide 15.</a:t>
            </a:r>
          </a:p>
          <a:p xmlns:a="http://schemas.openxmlformats.org/drawingml/2006/main">
            <a:r>
              <a:t/>
            </a:r>
          </a:p>
          <a:p xmlns:a="http://schemas.openxmlformats.org/drawingml/2006/main">
            <a:r>
              <a:t>CONTEÚDO DE APOIO DO TRABALHO</a:t>
            </a:r>
          </a:p>
          <a:p xmlns:a="http://schemas.openxmlformats.org/drawingml/2006/main">
            <a:r>
              <a:t>6 DIAGNÓSTICO PRELIMINAR E REQUISITOS</a:t>
            </a:r>
          </a:p>
          <a:p xmlns:a="http://schemas.openxmlformats.org/drawingml/2006/main">
            <a:r>
              <a:t/>
            </a:r>
          </a:p>
          <a:p xmlns:a="http://schemas.openxmlformats.org/drawingml/2006/main">
            <a:r>
              <a:t>6.1 INFRAESTRUTURA E MODELO ATUAL DE ACESSO</a:t>
            </a:r>
          </a:p>
          <a:p xmlns:a="http://schemas.openxmlformats.org/drawingml/2006/main">
            <a:r>
              <a:t/>
            </a:r>
          </a:p>
          <a:p xmlns:a="http://schemas.openxmlformats.org/drawingml/2006/main">
            <a:r>
              <a:t>O levantamento técnico relata estações Windows, rede cabeada e utilização de uma conta compartilhada denominada Aluno, com credencial comum. A data, a fonte primária e os laboratórios abrangidos precisam ser documentados. A versão, a edição e a situação de suporte do Windows também deverão ser confirmadas, assim como a quantidade de estações, as aplicações e os recursos de identidade disponíveis.</a:t>
            </a:r>
          </a:p>
          <a:p xmlns:a="http://schemas.openxmlformats.org/drawingml/2006/main">
            <a:r>
              <a:t/>
            </a:r>
          </a:p>
          <a:p xmlns:a="http://schemas.openxmlformats.org/drawingml/2006/main">
            <a:r>
              <a:t>O relatório de resultados informa Windows 10/11 Pro e ausência de AD, enquanto o levantamento técnico mantém essas condições como pendentes de validação. A conexão por cabo não comprova existência de domínio, servidor de autenticação ou gerenciamento centralizado. Essas informações não serão generalizadas para todos os laboratórios sem verificação.</a:t>
            </a:r>
          </a:p>
          <a:p xmlns:a="http://schemas.openxmlformats.org/drawingml/2006/main">
            <a:r>
              <a:t/>
            </a:r>
          </a:p>
          <a:p xmlns:a="http://schemas.openxmlformats.org/drawingml/2006/main">
            <a:r>
              <a:t>O processo atual deverá ser documentado desde entrada e utilização até troca de usuário, encerramento e atendimento a falhas. O uso de uma conta compartilhada limita a atribuição individual direta, mas não comprova inexistência de registros ou controles complementares. Permissões, restrições de instalação, alterações de configuração e uso de contas administrativas precisam ser verificados em condições autorizadas.</a:t>
            </a:r>
          </a:p>
          <a:p xmlns:a="http://schemas.openxmlformats.org/drawingml/2006/main">
            <a:r>
              <a:t/>
            </a:r>
          </a:p>
          <a:p xmlns:a="http://schemas.openxmlformats.org/drawingml/2006/main">
            <a:r>
              <a:t>6.2 CONTROLES E RESTAURAÇÃO DAS ESTAÇÕES</a:t>
            </a:r>
          </a:p>
          <a:p xmlns:a="http://schemas.openxmlformats.org/drawingml/2006/main">
            <a:r>
              <a:t/>
            </a:r>
          </a:p>
          <a:p xmlns:a="http://schemas.openxmlformats.org/drawingml/2006/main">
            <a:r>
              <a:t>A investigação dos registros deverá identificar eventos disponíveis, local de armazenamento, campos associados, retenção, proteção e responsáveis pela consulta. O Windows dispõe de diferentes recursos de segurança e auditoria, cuja disponibilidade efetiva depende da configuração e da versão instalada (Microsoft, [s. d.]b, [s. d.]c, [s. d.]e). Será necessário distinguir existência de logs e capacidade de relacionar uma sessão a uma conta individual.</a:t>
            </a:r>
          </a:p>
          <a:p xmlns:a="http://schemas.openxmlformats.org/drawingml/2006/main">
            <a:r>
              <a:t/>
            </a:r>
          </a:p>
          <a:p xmlns:a="http://schemas.openxmlformats.org/drawingml/2006/main">
            <a:r>
              <a:t>Há divergência sobre a restauração: o relatório geral atribui perda de arquivos a congelamento de disco, o texto de riscos registra que TI e docentes negaram seu uso atual e o levantamento técnico ainda requer confirmação. Por isso, não se considera confirmado o uso desse mecanismo nem a causa das perdas. Se existir restauração, será verificado separadamente seu efeito sobre arquivos, perfis, configurações e eventos, sem presumir eliminação de todos os registros.</a:t>
            </a:r>
          </a:p>
          <a:p xmlns:a="http://schemas.openxmlformats.org/drawingml/2006/main">
            <a:r>
              <a:t/>
            </a:r>
          </a:p>
          <a:p xmlns:a="http://schemas.openxmlformats.org/drawingml/2006/main">
            <a:r>
              <a:t>Quadro 6 - Informações a completar no diagnóstico técnico</a:t>
            </a:r>
          </a:p>
          <a:p xmlns:a="http://schemas.openxmlformats.org/drawingml/2006/main">
            <a:r>
              <a:t/>
            </a:r>
          </a:p>
          <a:p xmlns:a="http://schemas.openxmlformats.org/drawingml/2006/main">
            <a:r>
              <a:t>Registro 1</a:t>
            </a:r>
          </a:p>
          <a:p xmlns:a="http://schemas.openxmlformats.org/drawingml/2006/main">
            <a:r>
              <a:t>Dimensão: Equipamentos e aplicações</a:t>
            </a:r>
          </a:p>
          <a:p xmlns:a="http://schemas.openxmlformats.org/drawingml/2006/main">
            <a:r>
              <a:t>Verificação necessária: Quantidade por laboratório, versões e edições do sistema, suporte, programas e licenças.</a:t>
            </a:r>
          </a:p>
          <a:p xmlns:a="http://schemas.openxmlformats.org/drawingml/2006/main">
            <a:r>
              <a:t/>
            </a:r>
          </a:p>
          <a:p xmlns:a="http://schemas.openxmlformats.org/drawingml/2006/main">
            <a:r>
              <a:t>Registro 2</a:t>
            </a:r>
          </a:p>
          <a:p xmlns:a="http://schemas.openxmlformats.org/drawingml/2006/main">
            <a:r>
              <a:t>Dimensão: Acesso e permissões</a:t>
            </a:r>
          </a:p>
          <a:p xmlns:a="http://schemas.openxmlformats.org/drawingml/2006/main">
            <a:r>
              <a:t>Verificação necessária: Entrada, encerramento, troca de usuários, privilégios e restrições efetivas.</a:t>
            </a:r>
          </a:p>
          <a:p xmlns:a="http://schemas.openxmlformats.org/drawingml/2006/main">
            <a:r>
              <a:t/>
            </a:r>
          </a:p>
          <a:p xmlns:a="http://schemas.openxmlformats.org/drawingml/2006/main">
            <a:r>
              <a:t>Registro 3</a:t>
            </a:r>
          </a:p>
          <a:p xmlns:a="http://schemas.openxmlformats.org/drawingml/2006/main">
            <a:r>
              <a:t>Dimensão: Serviços de identidade</a:t>
            </a:r>
          </a:p>
          <a:p xmlns:a="http://schemas.openxmlformats.org/drawingml/2006/main">
            <a:r>
              <a:t>Verificação necessária: Contas institucionais, diretórios, integração autorizada e fonte de vínculo.</a:t>
            </a:r>
          </a:p>
          <a:p xmlns:a="http://schemas.openxmlformats.org/drawingml/2006/main">
            <a:r>
              <a:t/>
            </a:r>
          </a:p>
          <a:p xmlns:a="http://schemas.openxmlformats.org/drawingml/2006/main">
            <a:r>
              <a:t>Registro 4</a:t>
            </a:r>
          </a:p>
          <a:p xmlns:a="http://schemas.openxmlformats.org/drawingml/2006/main">
            <a:r>
              <a:t>Dimensão: Registros</a:t>
            </a:r>
          </a:p>
          <a:p xmlns:a="http://schemas.openxmlformats.org/drawingml/2006/main">
            <a:r>
              <a:t>Verificação necessária: Eventos, coleta, proteção, consulta e retenção.</a:t>
            </a:r>
          </a:p>
          <a:p xmlns:a="http://schemas.openxmlformats.org/drawingml/2006/main">
            <a:r>
              <a:t/>
            </a:r>
          </a:p>
          <a:p xmlns:a="http://schemas.openxmlformats.org/drawingml/2006/main">
            <a:r>
              <a:t>Registro 5</a:t>
            </a:r>
          </a:p>
          <a:p xmlns:a="http://schemas.openxmlformats.org/drawingml/2006/main">
            <a:r>
              <a:t>Dimensão: Restauração</a:t>
            </a:r>
          </a:p>
          <a:p xmlns:a="http://schemas.openxmlformats.org/drawingml/2006/main">
            <a:r>
              <a:t>Verificação necessária: Existência, execução e componentes preservados ou removidos.</a:t>
            </a:r>
          </a:p>
          <a:p xmlns:a="http://schemas.openxmlformats.org/drawingml/2006/main">
            <a:r>
              <a:t/>
            </a:r>
          </a:p>
          <a:p xmlns:a="http://schemas.openxmlformats.org/drawingml/2006/main">
            <a:r>
              <a:t>Registro 6</a:t>
            </a:r>
          </a:p>
          <a:p xmlns:a="http://schemas.openxmlformats.org/drawingml/2006/main">
            <a:r>
              <a:t>Dimensão: Suporte e continuidade</a:t>
            </a:r>
          </a:p>
          <a:p xmlns:a="http://schemas.openxmlformats.org/drawingml/2006/main">
            <a:r>
              <a:t>Verificação necessária: Canal de atendimento, responsáveis, recuperação e contingência.</a:t>
            </a:r>
          </a:p>
          <a:p xmlns:a="http://schemas.openxmlformats.org/drawingml/2006/main">
            <a:r>
              <a:t/>
            </a:r>
          </a:p>
          <a:p xmlns:a="http://schemas.openxmlformats.org/drawingml/2006/main">
            <a:r>
              <a:t>Fonte: elaboração própria a partir do levantamento técnico.</a:t>
            </a:r>
          </a:p>
          <a:p xmlns:a="http://schemas.openxmlformats.org/drawingml/2006/main">
            <a:r>
              <a:t/>
            </a:r>
          </a:p>
          <a:p xmlns:a="http://schemas.openxmlformats.org/drawingml/2006/main">
            <a:r>
              <a:t>6.3 SÍNTESE DA COLETA COM USUÁRIOS</a:t>
            </a:r>
          </a:p>
          <a:p xmlns:a="http://schemas.openxmlformats.org/drawingml/2006/main">
            <a:r>
              <a:t/>
            </a:r>
          </a:p>
          <a:p xmlns:a="http://schemas.openxmlformats.org/drawingml/2006/main">
            <a:r>
              <a:t>Os percentuais do relatório de estudantes são reproduzidos como informações preliminares. A documentação registra 20 respondentes, mas não fornece a tabulação por pergunta necessária para confirmar cada denominador, a existência de respostas múltiplas e as categorias omitidas. Não foram calculadas contagens a partir de bases presumidas.</a:t>
            </a:r>
          </a:p>
          <a:p xmlns:a="http://schemas.openxmlformats.org/drawingml/2006/main">
            <a:r>
              <a:t/>
            </a:r>
          </a:p>
          <a:p xmlns:a="http://schemas.openxmlformats.org/drawingml/2006/main">
            <a:r>
              <a:t>Tabela 1 - Percentuais informados no resumo da coleta</a:t>
            </a:r>
          </a:p>
          <a:p xmlns:a="http://schemas.openxmlformats.org/drawingml/2006/main">
            <a:r>
              <a:t/>
            </a:r>
          </a:p>
          <a:p xmlns:a="http://schemas.openxmlformats.org/drawingml/2006/main">
            <a:r>
              <a:t>Registro 1</a:t>
            </a:r>
          </a:p>
          <a:p xmlns:a="http://schemas.openxmlformats.org/drawingml/2006/main">
            <a:r>
              <a:t>Informação relatada: Uso de contas genéricas</a:t>
            </a:r>
          </a:p>
          <a:p xmlns:a="http://schemas.openxmlformats.org/drawingml/2006/main">
            <a:r>
              <a:t>Percentual informado: 80%</a:t>
            </a:r>
          </a:p>
          <a:p xmlns:a="http://schemas.openxmlformats.org/drawingml/2006/main">
            <a:r>
              <a:t>Situação da base: Confirmar pergunta e respostas válidas.</a:t>
            </a:r>
          </a:p>
          <a:p xmlns:a="http://schemas.openxmlformats.org/drawingml/2006/main">
            <a:r>
              <a:t/>
            </a:r>
          </a:p>
          <a:p xmlns:a="http://schemas.openxmlformats.org/drawingml/2006/main">
            <a:r>
              <a:t>Registro 2</a:t>
            </a:r>
          </a:p>
          <a:p xmlns:a="http://schemas.openxmlformats.org/drawingml/2006/main">
            <a:r>
              <a:t>Informação relatada: Acesso individualizado</a:t>
            </a:r>
          </a:p>
          <a:p xmlns:a="http://schemas.openxmlformats.org/drawingml/2006/main">
            <a:r>
              <a:t>Percentual informado: 10%</a:t>
            </a:r>
          </a:p>
          <a:p xmlns:a="http://schemas.openxmlformats.org/drawingml/2006/main">
            <a:r>
              <a:t>Situação da base: Confirmar categorias restantes do modelo de acesso.</a:t>
            </a:r>
          </a:p>
          <a:p xmlns:a="http://schemas.openxmlformats.org/drawingml/2006/main">
            <a:r>
              <a:t/>
            </a:r>
          </a:p>
          <a:p xmlns:a="http://schemas.openxmlformats.org/drawingml/2006/main">
            <a:r>
              <a:t>Registro 3</a:t>
            </a:r>
          </a:p>
          <a:p xmlns:a="http://schemas.openxmlformats.org/drawingml/2006/main">
            <a:r>
              <a:t>Informação relatada: Problemas de acesso</a:t>
            </a:r>
          </a:p>
          <a:p xmlns:a="http://schemas.openxmlformats.org/drawingml/2006/main">
            <a:r>
              <a:t>Percentual informado: 50%</a:t>
            </a:r>
          </a:p>
          <a:p xmlns:a="http://schemas.openxmlformats.org/drawingml/2006/main">
            <a:r>
              <a:t>Situação da base: O resumo divide em 30% frequentes e 20% raros.</a:t>
            </a:r>
          </a:p>
          <a:p xmlns:a="http://schemas.openxmlformats.org/drawingml/2006/main">
            <a:r>
              <a:t/>
            </a:r>
          </a:p>
          <a:p xmlns:a="http://schemas.openxmlformats.org/drawingml/2006/main">
            <a:r>
              <a:t>Registro 4</a:t>
            </a:r>
          </a:p>
          <a:p xmlns:a="http://schemas.openxmlformats.org/drawingml/2006/main">
            <a:r>
              <a:t>Informação relatada: Lentidão no login</a:t>
            </a:r>
          </a:p>
          <a:p xmlns:a="http://schemas.openxmlformats.org/drawingml/2006/main">
            <a:r>
              <a:t>Percentual informado: 80%</a:t>
            </a:r>
          </a:p>
          <a:p xmlns:a="http://schemas.openxmlformats.org/drawingml/2006/main">
            <a:r>
              <a:t>Situação da base: Confirmar denominador e possibilidade de resposta múltipla.</a:t>
            </a:r>
          </a:p>
          <a:p xmlns:a="http://schemas.openxmlformats.org/drawingml/2006/main">
            <a:r>
              <a:t/>
            </a:r>
          </a:p>
          <a:p xmlns:a="http://schemas.openxmlformats.org/drawingml/2006/main">
            <a:r>
              <a:t>Registro 5</a:t>
            </a:r>
          </a:p>
          <a:p xmlns:a="http://schemas.openxmlformats.org/drawingml/2006/main">
            <a:r>
              <a:t>Informação relatada: Falhas de rede ou internet</a:t>
            </a:r>
          </a:p>
          <a:p xmlns:a="http://schemas.openxmlformats.org/drawingml/2006/main">
            <a:r>
              <a:t>Percentual informado: 70%</a:t>
            </a:r>
          </a:p>
          <a:p xmlns:a="http://schemas.openxmlformats.org/drawingml/2006/main">
            <a:r>
              <a:t>Situação da base: Confirmar denominador e relação com acesso.</a:t>
            </a:r>
          </a:p>
          <a:p xmlns:a="http://schemas.openxmlformats.org/drawingml/2006/main">
            <a:r>
              <a:t/>
            </a:r>
          </a:p>
          <a:p xmlns:a="http://schemas.openxmlformats.org/drawingml/2006/main">
            <a:r>
              <a:t>Registro 6</a:t>
            </a:r>
          </a:p>
          <a:p xmlns:a="http://schemas.openxmlformats.org/drawingml/2006/main">
            <a:r>
              <a:t>Informação relatada: Travamento do computador</a:t>
            </a:r>
          </a:p>
          <a:p xmlns:a="http://schemas.openxmlformats.org/drawingml/2006/main">
            <a:r>
              <a:t>Percentual informado: 60%</a:t>
            </a:r>
          </a:p>
          <a:p xmlns:a="http://schemas.openxmlformats.org/drawingml/2006/main">
            <a:r>
              <a:t>Situação da base: Confirmar denominador e condições relatadas.</a:t>
            </a:r>
          </a:p>
          <a:p xmlns:a="http://schemas.openxmlformats.org/drawingml/2006/main">
            <a:r>
              <a:t/>
            </a:r>
          </a:p>
          <a:p xmlns:a="http://schemas.openxmlformats.org/drawingml/2006/main">
            <a:r>
              <a:t>Fonte: relatório preliminar de resultados da coleta elaborado pela equipe.</a:t>
            </a:r>
          </a:p>
          <a:p xmlns:a="http://schemas.openxmlformats.org/drawingml/2006/main">
            <a:r>
              <a:t/>
            </a:r>
          </a:p>
          <a:p xmlns:a="http://schemas.openxmlformats.org/drawingml/2006/main">
            <a:r>
              <a:t>As categorias de acesso descritas somam 90%, exigindo esclarecimento das respostas restantes. O resumo informa 50% com problemas de acesso, mas a tabela original associa esse valor a instabilidade e lentidão; as formulações não são equivalentes e deverão ser conferidas. Relatos de falha de rede ou travamento não confirmam problema de autenticação.</a:t>
            </a:r>
          </a:p>
          <a:p xmlns:a="http://schemas.openxmlformats.org/drawingml/2006/main">
            <a:r>
              <a:t/>
            </a:r>
          </a:p>
          <a:p xmlns:a="http://schemas.openxmlformats.org/drawingml/2006/main">
            <a:r>
              <a:t>O material dos docentes apresenta uma estimativa de dez a quinze minutos gastos com ajustes e troca de máquinas no início das aulas. Essa informação é um relato a contextualizar, não medição direta de tempo atribuível ao login. Os resumos de TI indicam atendimento verbal ou presencial e dificuldade de individualizar ocorrências. A coleta deverá esclarecer também vantagens do modelo atual, aceitação de contas individuais, preocupações com privacidade e necessidades de disciplinas.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DE APOIO</a:t>
            </a:r>
          </a:p>
          <a:p xmlns:a="http://schemas.openxmlformats.org/drawingml/2006/main">
            <a:r>
              <a:t>Os requisitos funcionais descrevem necessidades de acesso e administração. A arquitetura candidata aparece como possibilidade de implementação. A rastreabilidade ainda exige confirmar a origem e a prioridade dos requisitos. Valores como trinta segundos, noventa e nove vírgula cinco por cento e três cliques são metas fornecidas, não resultados medidos. As regras de sessão e inatividade também dependem de justificativa e avaliação técnica.</a:t>
            </a:r>
          </a:p>
          <a:p xmlns:a="http://schemas.openxmlformats.org/drawingml/2006/main">
            <a:r>
              <a:t/>
            </a:r>
          </a:p>
          <a:p xmlns:a="http://schemas.openxmlformats.org/drawingml/2006/main">
            <a:r>
              <a:t>FONTE</a:t>
            </a:r>
          </a:p>
          <a:p xmlns:a="http://schemas.openxmlformats.org/drawingml/2006/main">
            <a:r>
              <a:t>Trabalho fornecido pelos autores: TG1-V1_20_paginas.pdf. As referências citadas no texto constam integralmente nas notas do slide 15.</a:t>
            </a:r>
          </a:p>
          <a:p xmlns:a="http://schemas.openxmlformats.org/drawingml/2006/main">
            <a:r>
              <a:t/>
            </a:r>
          </a:p>
          <a:p xmlns:a="http://schemas.openxmlformats.org/drawingml/2006/main">
            <a:r>
              <a:t>CONTEÚDO DE APOIO DO TRABALHO</a:t>
            </a:r>
          </a:p>
          <a:p xmlns:a="http://schemas.openxmlformats.org/drawingml/2006/main">
            <a:r>
              <a:t>6.4 RASTREABILIDADE ENTRE ACHADOS E REQUISITOS</a:t>
            </a:r>
          </a:p>
          <a:p xmlns:a="http://schemas.openxmlformats.org/drawingml/2006/main">
            <a:r>
              <a:t/>
            </a:r>
          </a:p>
          <a:p xmlns:a="http://schemas.openxmlformats.org/drawingml/2006/main">
            <a:r>
              <a:t>A matriz preliminar utiliza códigos para relacionar achados e requisitos. A ligação deverá indicar evidência verificável e distinguir necessidade identificada de medida preventiva. Permanecem os códigos fornecidos, com indicação das lacunas de confirmação.</a:t>
            </a:r>
          </a:p>
          <a:p xmlns:a="http://schemas.openxmlformats.org/drawingml/2006/main">
            <a:r>
              <a:t/>
            </a:r>
          </a:p>
          <a:p xmlns:a="http://schemas.openxmlformats.org/drawingml/2006/main">
            <a:r>
              <a:t>Quadro 7 - Matriz preliminar de rastreabilidade</a:t>
            </a:r>
          </a:p>
          <a:p xmlns:a="http://schemas.openxmlformats.org/drawingml/2006/main">
            <a:r>
              <a:t/>
            </a:r>
          </a:p>
          <a:p xmlns:a="http://schemas.openxmlformats.org/drawingml/2006/main">
            <a:r>
              <a:t>Registro 1</a:t>
            </a:r>
          </a:p>
          <a:p xmlns:a="http://schemas.openxmlformats.org/drawingml/2006/main">
            <a:r>
              <a:t>Código: COL-001</a:t>
            </a:r>
          </a:p>
          <a:p xmlns:a="http://schemas.openxmlformats.org/drawingml/2006/main">
            <a:r>
              <a:t>Achado ou necessidade: Uso de contas compartilhadas relatado.</a:t>
            </a:r>
          </a:p>
          <a:p xmlns:a="http://schemas.openxmlformats.org/drawingml/2006/main">
            <a:r>
              <a:t>Requisito relacionado e verificação: RF01; conferir alcance e base do percentual.</a:t>
            </a:r>
          </a:p>
          <a:p xmlns:a="http://schemas.openxmlformats.org/drawingml/2006/main">
            <a:r>
              <a:t/>
            </a:r>
          </a:p>
          <a:p xmlns:a="http://schemas.openxmlformats.org/drawingml/2006/main">
            <a:r>
              <a:t>Registro 2</a:t>
            </a:r>
          </a:p>
          <a:p xmlns:a="http://schemas.openxmlformats.org/drawingml/2006/main">
            <a:r>
              <a:t>Código: COL-002</a:t>
            </a:r>
          </a:p>
          <a:p xmlns:a="http://schemas.openxmlformats.org/drawingml/2006/main">
            <a:r>
              <a:t>Achado ou necessidade: Lentidão e interrupções relatadas.</a:t>
            </a:r>
          </a:p>
          <a:p xmlns:a="http://schemas.openxmlformats.org/drawingml/2006/main">
            <a:r>
              <a:t>Requisito relacionado e verificação: RNF01 e RNF04; separar causas e justificar metas.</a:t>
            </a:r>
          </a:p>
          <a:p xmlns:a="http://schemas.openxmlformats.org/drawingml/2006/main">
            <a:r>
              <a:t/>
            </a:r>
          </a:p>
          <a:p xmlns:a="http://schemas.openxmlformats.org/drawingml/2006/main">
            <a:r>
              <a:t>Registro 3</a:t>
            </a:r>
          </a:p>
          <a:p xmlns:a="http://schemas.openxmlformats.org/drawingml/2006/main">
            <a:r>
              <a:t>Código: COL-003</a:t>
            </a:r>
          </a:p>
          <a:p xmlns:a="http://schemas.openxmlformats.org/drawingml/2006/main">
            <a:r>
              <a:t>Achado ou necessidade: Atendimento informal relatado.</a:t>
            </a:r>
          </a:p>
          <a:p xmlns:a="http://schemas.openxmlformats.org/drawingml/2006/main">
            <a:r>
              <a:t>Requisito relacionado e verificação: RF02 e RF03; verificar processo e recursos existentes.</a:t>
            </a:r>
          </a:p>
          <a:p xmlns:a="http://schemas.openxmlformats.org/drawingml/2006/main">
            <a:r>
              <a:t/>
            </a:r>
          </a:p>
          <a:p xmlns:a="http://schemas.openxmlformats.org/drawingml/2006/main">
            <a:r>
              <a:t>Registro 4</a:t>
            </a:r>
          </a:p>
          <a:p xmlns:a="http://schemas.openxmlformats.org/drawingml/2006/main">
            <a:r>
              <a:t>Código: COL-004</a:t>
            </a:r>
          </a:p>
          <a:p xmlns:a="http://schemas.openxmlformats.org/drawingml/2006/main">
            <a:r>
              <a:t>Achado ou necessidade: Limitação de associação individual de acessos.</a:t>
            </a:r>
          </a:p>
          <a:p xmlns:a="http://schemas.openxmlformats.org/drawingml/2006/main">
            <a:r>
              <a:t>Requisito relacionado e verificação: RF04; confirmar registros e controles complementares.</a:t>
            </a:r>
          </a:p>
          <a:p xmlns:a="http://schemas.openxmlformats.org/drawingml/2006/main">
            <a:r>
              <a:t/>
            </a:r>
          </a:p>
          <a:p xmlns:a="http://schemas.openxmlformats.org/drawingml/2006/main">
            <a:r>
              <a:t>Registro 5</a:t>
            </a:r>
          </a:p>
          <a:p xmlns:a="http://schemas.openxmlformats.org/drawingml/2006/main">
            <a:r>
              <a:t>Código: COL-005</a:t>
            </a:r>
          </a:p>
          <a:p xmlns:a="http://schemas.openxmlformats.org/drawingml/2006/main">
            <a:r>
              <a:t>Achado ou necessidade: Relato de perda ou insegurança de arquivos.</a:t>
            </a:r>
          </a:p>
          <a:p xmlns:a="http://schemas.openxmlformats.org/drawingml/2006/main">
            <a:r>
              <a:t>Requisito relacionado e verificação: RNF02; causa ligada à restauração não confirmada.</a:t>
            </a:r>
          </a:p>
          <a:p xmlns:a="http://schemas.openxmlformats.org/drawingml/2006/main">
            <a:r>
              <a:t/>
            </a:r>
          </a:p>
          <a:p xmlns:a="http://schemas.openxmlformats.org/drawingml/2006/main">
            <a:r>
              <a:t>Registro 6</a:t>
            </a:r>
          </a:p>
          <a:p xmlns:a="http://schemas.openxmlformats.org/drawingml/2006/main">
            <a:r>
              <a:t>Código: OBS-001</a:t>
            </a:r>
          </a:p>
          <a:p xmlns:a="http://schemas.openxmlformats.org/drawingml/2006/main">
            <a:r>
              <a:t>Achado ou necessidade: Indicação de proteção da comunicação.</a:t>
            </a:r>
          </a:p>
          <a:p xmlns:a="http://schemas.openxmlformats.org/drawingml/2006/main">
            <a:r>
              <a:t>Requisito relacionado e verificação: RNF03; registro técnico da observação não anexado.</a:t>
            </a:r>
          </a:p>
          <a:p xmlns:a="http://schemas.openxmlformats.org/drawingml/2006/main">
            <a:r>
              <a:t/>
            </a:r>
          </a:p>
          <a:p xmlns:a="http://schemas.openxmlformats.org/drawingml/2006/main">
            <a:r>
              <a:t>Fonte: elaboração própria a partir da tabulação e da matriz de requisitos fornecidas.</a:t>
            </a:r>
          </a:p>
          <a:p xmlns:a="http://schemas.openxmlformats.org/drawingml/2006/main">
            <a:r>
              <a:t/>
            </a:r>
          </a:p>
          <a:p xmlns:a="http://schemas.openxmlformats.org/drawingml/2006/main">
            <a:r>
              <a:t>O código OBS-001 não demonstra necessidade de padronização de perfis ou usabilidade com três cliques. Essas relações exigem origem própria. Também não foi demonstrada a afirmação de que todos os requisitos derivam de evidências locais: alguns constituem metas ou diretrizes propostas e devem ser identificados dessa maneira.</a:t>
            </a:r>
          </a:p>
          <a:p xmlns:a="http://schemas.openxmlformats.org/drawingml/2006/main">
            <a:r>
              <a:t/>
            </a:r>
          </a:p>
          <a:p xmlns:a="http://schemas.openxmlformats.org/drawingml/2006/main">
            <a:r>
              <a:t>6.5 REQUISITOS FUNCIONAIS E REGRAS DE UTILIZAÇÃO</a:t>
            </a:r>
          </a:p>
          <a:p xmlns:a="http://schemas.openxmlformats.org/drawingml/2006/main">
            <a:r>
              <a:t/>
            </a:r>
          </a:p>
          <a:p xmlns:a="http://schemas.openxmlformats.org/drawingml/2006/main">
            <a:r>
              <a:t>Os requisitos funcionais expressam as necessidades de acesso, administração e atendimento. As tecnologias aparecem na descrição do cenário candidato, para permitir comparação com outras alternativas. A especificação definitiva deverá acrescentar prioridade, dependências e critérios de aceitação.</a:t>
            </a:r>
          </a:p>
          <a:p xmlns:a="http://schemas.openxmlformats.org/drawingml/2006/main">
            <a:r>
              <a:t/>
            </a:r>
          </a:p>
          <a:p xmlns:a="http://schemas.openxmlformats.org/drawingml/2006/main">
            <a:r>
              <a:t>Quadro 8 - Requisitos funcionais preliminares</a:t>
            </a:r>
          </a:p>
          <a:p xmlns:a="http://schemas.openxmlformats.org/drawingml/2006/main">
            <a:r>
              <a:t/>
            </a:r>
          </a:p>
          <a:p xmlns:a="http://schemas.openxmlformats.org/drawingml/2006/main">
            <a:r>
              <a:t>Registro 1</a:t>
            </a:r>
          </a:p>
          <a:p xmlns:a="http://schemas.openxmlformats.org/drawingml/2006/main">
            <a:r>
              <a:t>Código: RF01</a:t>
            </a:r>
          </a:p>
          <a:p xmlns:a="http://schemas.openxmlformats.org/drawingml/2006/main">
            <a:r>
              <a:t>Necessidade descrita: Permitir autenticação individual de usuários autorizados nas estações.</a:t>
            </a:r>
          </a:p>
          <a:p xmlns:a="http://schemas.openxmlformats.org/drawingml/2006/main">
            <a:r>
              <a:t>Origem e condição de avaliação: COL-001; comparar arquiteturas e integração institucional.</a:t>
            </a:r>
          </a:p>
          <a:p xmlns:a="http://schemas.openxmlformats.org/drawingml/2006/main">
            <a:r>
              <a:t/>
            </a:r>
          </a:p>
          <a:p xmlns:a="http://schemas.openxmlformats.org/drawingml/2006/main">
            <a:r>
              <a:t>Registro 2</a:t>
            </a:r>
          </a:p>
          <a:p xmlns:a="http://schemas.openxmlformats.org/drawingml/2006/main">
            <a:r>
              <a:t>Código: RF02</a:t>
            </a:r>
          </a:p>
          <a:p xmlns:a="http://schemas.openxmlformats.org/drawingml/2006/main">
            <a:r>
              <a:t>Necessidade descrita: Atualizar usuários no recurso de chamados a partir de fonte autorizada.</a:t>
            </a:r>
          </a:p>
          <a:p xmlns:a="http://schemas.openxmlformats.org/drawingml/2006/main">
            <a:r>
              <a:t>Origem e condição de avaliação: COL-003; no cenário AD e GLPI, avaliar sincronização LDAP protegida.</a:t>
            </a:r>
          </a:p>
          <a:p xmlns:a="http://schemas.openxmlformats.org/drawingml/2006/main">
            <a:r>
              <a:t/>
            </a:r>
          </a:p>
          <a:p xmlns:a="http://schemas.openxmlformats.org/drawingml/2006/main">
            <a:r>
              <a:t>Registro 3</a:t>
            </a:r>
          </a:p>
          <a:p xmlns:a="http://schemas.openxmlformats.org/drawingml/2006/main">
            <a:r>
              <a:t>Código: RF03</a:t>
            </a:r>
          </a:p>
          <a:p xmlns:a="http://schemas.openxmlformats.org/drawingml/2006/main">
            <a:r>
              <a:t>Necessidade descrita: Associar solicitações ao solicitante e ao equipamento pertinente.</a:t>
            </a:r>
          </a:p>
          <a:p xmlns:a="http://schemas.openxmlformats.org/drawingml/2006/main">
            <a:r>
              <a:t>Origem e condição de avaliação: COL-003; verificar como identificar estação e laboratório.</a:t>
            </a:r>
          </a:p>
          <a:p xmlns:a="http://schemas.openxmlformats.org/drawingml/2006/main">
            <a:r>
              <a:t/>
            </a:r>
          </a:p>
          <a:p xmlns:a="http://schemas.openxmlformats.org/drawingml/2006/main">
            <a:r>
              <a:t>Registro 4</a:t>
            </a:r>
          </a:p>
          <a:p xmlns:a="http://schemas.openxmlformats.org/drawingml/2006/main">
            <a:r>
              <a:t>Código: RF04</a:t>
            </a:r>
          </a:p>
          <a:p xmlns:a="http://schemas.openxmlformats.org/drawingml/2006/main">
            <a:r>
              <a:t>Necessidade descrita: Registrar eventos necessários de acesso e encerramento, com identificador de conta, estação, data e horário.</a:t>
            </a:r>
          </a:p>
          <a:p xmlns:a="http://schemas.openxmlformats.org/drawingml/2006/main">
            <a:r>
              <a:t>Origem e condição de avaliação: COL-004; definir campos, coleta, retenção e consulta.</a:t>
            </a:r>
          </a:p>
          <a:p xmlns:a="http://schemas.openxmlformats.org/drawingml/2006/main">
            <a:r>
              <a:t/>
            </a:r>
          </a:p>
          <a:p xmlns:a="http://schemas.openxmlformats.org/drawingml/2006/main">
            <a:r>
              <a:t>Registro 5</a:t>
            </a:r>
          </a:p>
          <a:p xmlns:a="http://schemas.openxmlformats.org/drawingml/2006/main">
            <a:r>
              <a:t>Código: RF05</a:t>
            </a:r>
          </a:p>
          <a:p xmlns:a="http://schemas.openxmlformats.org/drawingml/2006/main">
            <a:r>
              <a:t>Necessidade descrita: Padronizar o ambiente acadêmico e definir destino persistente de arquivos, quando necessário.</a:t>
            </a:r>
          </a:p>
          <a:p xmlns:a="http://schemas.openxmlformats.org/drawingml/2006/main">
            <a:r>
              <a:t>Origem e condição de avaliação: Origem a complementar; no cenário AD, avaliar políticas e pastas de rede.</a:t>
            </a:r>
          </a:p>
          <a:p xmlns:a="http://schemas.openxmlformats.org/drawingml/2006/main">
            <a:r>
              <a:t/>
            </a:r>
          </a:p>
          <a:p xmlns:a="http://schemas.openxmlformats.org/drawingml/2006/main">
            <a:r>
              <a:t>Fonte: elaboração própria a partir dos requisitos funcionais fornecidos.</a:t>
            </a:r>
          </a:p>
          <a:p xmlns:a="http://schemas.openxmlformats.org/drawingml/2006/main">
            <a:r>
              <a:t/>
            </a:r>
          </a:p>
          <a:p xmlns:a="http://schemas.openxmlformats.org/drawingml/2006/main">
            <a:r>
              <a:t>A regra RN-01 propõe uma sessão ativa por conta de estudante em laboratório, mas depende de justificativa acadêmica e verificação técnica. A RN-02 propõe bloqueio após quinze minutos de inatividade; bloqueio não equivale a exclusão da sessão. O prazo deverá ser examinado com as atividades das disciplinas. Também deverão ser especificados criação, atualização, recuperação, revogação de acessos e tratamento de falhas e exceções.</a:t>
            </a:r>
          </a:p>
          <a:p xmlns:a="http://schemas.openxmlformats.org/drawingml/2006/main">
            <a:r>
              <a:t/>
            </a:r>
          </a:p>
          <a:p xmlns:a="http://schemas.openxmlformats.org/drawingml/2006/main">
            <a:r>
              <a:t>6.6 REQUISITOS DE QUALIDADE E PROTEÇÃO DAS INFORMAÇÕES</a:t>
            </a:r>
          </a:p>
          <a:p xmlns:a="http://schemas.openxmlformats.org/drawingml/2006/main">
            <a:r>
              <a:t/>
            </a:r>
          </a:p>
          <a:p xmlns:a="http://schemas.openxmlformats.org/drawingml/2006/main">
            <a:r>
              <a:t>As metas a seguir constam da versão preliminar. Seus valores não são resultados medidos e precisam de justificativa e condições de verificação antes de integrar critérios de aprovação.</a:t>
            </a:r>
          </a:p>
          <a:p xmlns:a="http://schemas.openxmlformats.org/drawingml/2006/main">
            <a:r>
              <a:t/>
            </a:r>
          </a:p>
          <a:p xmlns:a="http://schemas.openxmlformats.org/drawingml/2006/main">
            <a:r>
              <a:t>Quadro 9 - Requisitos não funcionais preliminares</a:t>
            </a:r>
          </a:p>
          <a:p xmlns:a="http://schemas.openxmlformats.org/drawingml/2006/main">
            <a:r>
              <a:t/>
            </a:r>
          </a:p>
          <a:p xmlns:a="http://schemas.openxmlformats.org/drawingml/2006/main">
            <a:r>
              <a:t>Registro 1</a:t>
            </a:r>
          </a:p>
          <a:p xmlns:a="http://schemas.openxmlformats.org/drawingml/2006/main">
            <a:r>
              <a:t>Código: RNF01 Desempenho</a:t>
            </a:r>
          </a:p>
          <a:p xmlns:a="http://schemas.openxmlformats.org/drawingml/2006/main">
            <a:r>
              <a:t>Condição de qualidade: Avaliar tempo de autenticação e disponibilidade do ambiente de trabalho.</a:t>
            </a:r>
          </a:p>
          <a:p xmlns:a="http://schemas.openxmlformats.org/drawingml/2006/main">
            <a:r>
              <a:t>Meta fornecida e situação: Até 30 segundos; justificar pela linha de base e pelos testes.</a:t>
            </a:r>
          </a:p>
          <a:p xmlns:a="http://schemas.openxmlformats.org/drawingml/2006/main">
            <a:r>
              <a:t/>
            </a:r>
          </a:p>
          <a:p xmlns:a="http://schemas.openxmlformats.org/drawingml/2006/main">
            <a:r>
              <a:t>Registro 2</a:t>
            </a:r>
          </a:p>
          <a:p xmlns:a="http://schemas.openxmlformats.org/drawingml/2006/main">
            <a:r>
              <a:t>Código: RNF02 Privacidade</a:t>
            </a:r>
          </a:p>
          <a:p xmlns:a="http://schemas.openxmlformats.org/drawingml/2006/main">
            <a:r>
              <a:t>Condição de qualidade: Definir limpeza local e preservação de arquivos e registros necessários.</a:t>
            </a:r>
          </a:p>
          <a:p xmlns:a="http://schemas.openxmlformats.org/drawingml/2006/main">
            <a:r>
              <a:t>Meta fornecida e situação: A versão fornecida prevê 100% de limpeza; delimitar dados, método e exceções.</a:t>
            </a:r>
          </a:p>
          <a:p xmlns:a="http://schemas.openxmlformats.org/drawingml/2006/main">
            <a:r>
              <a:t/>
            </a:r>
          </a:p>
          <a:p xmlns:a="http://schemas.openxmlformats.org/drawingml/2006/main">
            <a:r>
              <a:t>Registro 3</a:t>
            </a:r>
          </a:p>
          <a:p xmlns:a="http://schemas.openxmlformats.org/drawingml/2006/main">
            <a:r>
              <a:t>Código: RNF03 Comunicação</a:t>
            </a:r>
          </a:p>
          <a:p xmlns:a="http://schemas.openxmlformats.org/drawingml/2006/main">
            <a:r>
              <a:t>Condição de qualidade: Proteger a comunicação de autenticação e consulta no cenário escolhido.</a:t>
            </a:r>
          </a:p>
          <a:p xmlns:a="http://schemas.openxmlformats.org/drawingml/2006/main">
            <a:r>
              <a:t>Meta fornecida e situação: LDAPS/TLS no cenário AD e GLPI; verificar certificados e configuração.</a:t>
            </a:r>
          </a:p>
          <a:p xmlns:a="http://schemas.openxmlformats.org/drawingml/2006/main">
            <a:r>
              <a:t/>
            </a:r>
          </a:p>
          <a:p xmlns:a="http://schemas.openxmlformats.org/drawingml/2006/main">
            <a:r>
              <a:t>Registro 4</a:t>
            </a:r>
          </a:p>
          <a:p xmlns:a="http://schemas.openxmlformats.org/drawingml/2006/main">
            <a:r>
              <a:t>Código: RNF04 Disponibilidade</a:t>
            </a:r>
          </a:p>
          <a:p xmlns:a="http://schemas.openxmlformats.org/drawingml/2006/main">
            <a:r>
              <a:t>Condição de qualidade: Manter acesso nos horários acadêmicos acordados.</a:t>
            </a:r>
          </a:p>
          <a:p xmlns:a="http://schemas.openxmlformats.org/drawingml/2006/main">
            <a:r>
              <a:t>Meta fornecida e situação: 99,5%; definir janela, medição, falhas parciais e viabilidade.</a:t>
            </a:r>
          </a:p>
          <a:p xmlns:a="http://schemas.openxmlformats.org/drawingml/2006/main">
            <a:r>
              <a:t/>
            </a:r>
          </a:p>
          <a:p xmlns:a="http://schemas.openxmlformats.org/drawingml/2006/main">
            <a:r>
              <a:t>Registro 5</a:t>
            </a:r>
          </a:p>
          <a:p xmlns:a="http://schemas.openxmlformats.org/drawingml/2006/main">
            <a:r>
              <a:t>Código: RNF05 Usabilidade</a:t>
            </a:r>
          </a:p>
          <a:p xmlns:a="http://schemas.openxmlformats.org/drawingml/2006/main">
            <a:r>
              <a:t>Condição de qualidade: Facilitar acesso e solicitação de ajuda.</a:t>
            </a:r>
          </a:p>
          <a:p xmlns:a="http://schemas.openxmlformats.org/drawingml/2006/main">
            <a:r>
              <a:t>Meta fornecida e situação: Até três cliques; relacionar a tarefa e a avaliação com usuários.</a:t>
            </a:r>
          </a:p>
          <a:p xmlns:a="http://schemas.openxmlformats.org/drawingml/2006/main">
            <a:r>
              <a:t/>
            </a:r>
          </a:p>
          <a:p xmlns:a="http://schemas.openxmlformats.org/drawingml/2006/main">
            <a:r>
              <a:t>Fonte: elaboração própria a partir dos requisitos não funcionais fornecidos.</a:t>
            </a:r>
          </a:p>
          <a:p xmlns:a="http://schemas.openxmlformats.org/drawingml/2006/main">
            <a:r>
              <a:t/>
            </a:r>
          </a:p>
          <a:p xmlns:a="http://schemas.openxmlformats.org/drawingml/2006/main">
            <a:r>
              <a:t>A limpeza deverá distinguir arquivos temporários, trabalho acadêmico, configurações e registros. A segurança requer proteção de credenciais, permissões compatíveis e administração do ciclo de vida das contas. A privacidade requer finalidade, necessidade, consulta restrita e retenção justificada. Não serão utilizados valores arbitrários para retenção, recuperação ou acessibilidade; sua definição dependerá das informações técnicas e institucionais.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DE APOIO</a:t>
            </a:r>
          </a:p>
          <a:p xmlns:a="http://schemas.openxmlformats.org/drawingml/2006/main">
            <a:r>
              <a:t>A comparação inclui o modelo atual, melhorias nos processos e opções de acesso individual. Contas locais, AD DS e Entra ID têm dependências diferentes. A existência de e-mail acadêmico não comprova integração com as estações. A recomendação deverá verificar requisitos indispensáveis e considerar custos, licenciamento, suporte e recuperação. Campos desconhecidos permanecem não avaliados.</a:t>
            </a:r>
          </a:p>
          <a:p xmlns:a="http://schemas.openxmlformats.org/drawingml/2006/main">
            <a:r>
              <a:t/>
            </a:r>
          </a:p>
          <a:p xmlns:a="http://schemas.openxmlformats.org/drawingml/2006/main">
            <a:r>
              <a:t>FONTE</a:t>
            </a:r>
          </a:p>
          <a:p xmlns:a="http://schemas.openxmlformats.org/drawingml/2006/main">
            <a:r>
              <a:t>Trabalho fornecido pelos autores: TG1-V1_20_paginas.pdf. As referências citadas no texto constam integralmente nas notas do slide 15.</a:t>
            </a:r>
          </a:p>
          <a:p xmlns:a="http://schemas.openxmlformats.org/drawingml/2006/main">
            <a:r>
              <a:t/>
            </a:r>
          </a:p>
          <a:p xmlns:a="http://schemas.openxmlformats.org/drawingml/2006/main">
            <a:r>
              <a:t>CONTEÚDO DE APOIO DO TRABALHO</a:t>
            </a:r>
          </a:p>
          <a:p xmlns:a="http://schemas.openxmlformats.org/drawingml/2006/main">
            <a:r>
              <a:t>7 ALTERNATIVAS E PROPOSTA DE MELHORIA</a:t>
            </a:r>
          </a:p>
          <a:p xmlns:a="http://schemas.openxmlformats.org/drawingml/2006/main">
            <a:r>
              <a:t/>
            </a:r>
          </a:p>
          <a:p xmlns:a="http://schemas.openxmlformats.org/drawingml/2006/main">
            <a:r>
              <a:t>7.1 ALTERNATIVAS TÉCNICAS A COMPARAR</a:t>
            </a:r>
          </a:p>
          <a:p xmlns:a="http://schemas.openxmlformats.org/drawingml/2006/main">
            <a:r>
              <a:t/>
            </a:r>
          </a:p>
          <a:p xmlns:a="http://schemas.openxmlformats.org/drawingml/2006/main">
            <a:r>
              <a:t>As alternativas serão investigadas conforme infraestrutura e requisitos. O modelo atual e possíveis melhorias de processo constituirão referências de comparação. A escolha do identificador será analisada separadamente da arquitetura e do mecanismo de autenticação.</a:t>
            </a:r>
          </a:p>
          <a:p xmlns:a="http://schemas.openxmlformats.org/drawingml/2006/main">
            <a:r>
              <a:t/>
            </a:r>
          </a:p>
          <a:p xmlns:a="http://schemas.openxmlformats.org/drawingml/2006/main">
            <a:r>
              <a:t>Quadro 10 - Alternativas de identificação e administração de acessos</a:t>
            </a:r>
          </a:p>
          <a:p xmlns:a="http://schemas.openxmlformats.org/drawingml/2006/main">
            <a:r>
              <a:t/>
            </a:r>
          </a:p>
          <a:p xmlns:a="http://schemas.openxmlformats.org/drawingml/2006/main">
            <a:r>
              <a:t>Registro 1</a:t>
            </a:r>
          </a:p>
          <a:p xmlns:a="http://schemas.openxmlformats.org/drawingml/2006/main">
            <a:r>
              <a:t>Alternativa: Contas locais individuais</a:t>
            </a:r>
          </a:p>
          <a:p xmlns:a="http://schemas.openxmlformats.org/drawingml/2006/main">
            <a:r>
              <a:t>Funcionamento a avaliar: Identidades administradas no próprio computador, com possível apoio de automação.</a:t>
            </a:r>
          </a:p>
          <a:p xmlns:a="http://schemas.openxmlformats.org/drawingml/2006/main">
            <a:r>
              <a:t>Dependências principais: Número de usuários e estações, ferramentas de administração, recuperação e registros.</a:t>
            </a:r>
          </a:p>
          <a:p xmlns:a="http://schemas.openxmlformats.org/drawingml/2006/main">
            <a:r>
              <a:t/>
            </a:r>
          </a:p>
          <a:p xmlns:a="http://schemas.openxmlformats.org/drawingml/2006/main">
            <a:r>
              <a:t>Registro 2</a:t>
            </a:r>
          </a:p>
          <a:p xmlns:a="http://schemas.openxmlformats.org/drawingml/2006/main">
            <a:r>
              <a:t>Alternativa: Active Directory Domain Services (AD DS)</a:t>
            </a:r>
          </a:p>
          <a:p xmlns:a="http://schemas.openxmlformats.org/drawingml/2006/main">
            <a:r>
              <a:t>Funcionamento a avaliar: Contas e recursos administrados em domínio, com grupos e políticas aplicáveis.</a:t>
            </a:r>
          </a:p>
          <a:p xmlns:a="http://schemas.openxmlformats.org/drawingml/2006/main">
            <a:r>
              <a:t>Dependências principais: Servidores, rede, edições compatíveis do Windows, licenças, backup e equipe.</a:t>
            </a:r>
          </a:p>
          <a:p xmlns:a="http://schemas.openxmlformats.org/drawingml/2006/main">
            <a:r>
              <a:t/>
            </a:r>
          </a:p>
          <a:p xmlns:a="http://schemas.openxmlformats.org/drawingml/2006/main">
            <a:r>
              <a:t>Registro 3</a:t>
            </a:r>
          </a:p>
          <a:p xmlns:a="http://schemas.openxmlformats.org/drawingml/2006/main">
            <a:r>
              <a:t>Alternativa: Microsoft Entra ID</a:t>
            </a:r>
          </a:p>
          <a:p xmlns:a="http://schemas.openxmlformats.org/drawingml/2006/main">
            <a:r>
              <a:t>Funcionamento a avaliar: Contas organizacionais e dispositivos vinculados a serviço institucional de identidade.</a:t>
            </a:r>
          </a:p>
          <a:p xmlns:a="http://schemas.openxmlformats.org/drawingml/2006/main">
            <a:r>
              <a:t>Dependências principais: Ambiente institucional autorizado, compatibilidade, licenças, gerenciamento e conectividade.</a:t>
            </a:r>
          </a:p>
          <a:p xmlns:a="http://schemas.openxmlformats.org/drawingml/2006/main">
            <a:r>
              <a:t/>
            </a:r>
          </a:p>
          <a:p xmlns:a="http://schemas.openxmlformats.org/drawingml/2006/main">
            <a:r>
              <a:t>Fonte: elaboração própria a partir do levantamento técnico e da documentação da Microsoft ([s. d.]a, [s. d.]d).</a:t>
            </a:r>
          </a:p>
          <a:p xmlns:a="http://schemas.openxmlformats.org/drawingml/2006/main">
            <a:r>
              <a:t/>
            </a:r>
          </a:p>
          <a:p xmlns:a="http://schemas.openxmlformats.org/drawingml/2006/main">
            <a:r>
              <a:t>Contas locais podem reduzir dependência de um serviço central de identidade, mas exigem avaliar o esforço de manter contas em muitas estações. O AD DS permite organizar recursos e identidades em domínio, dependendo de configuração e infraestrutura adequadas (Microsoft, [s. d.]a). O Entra ID permite ingresso de dispositivos compatíveis e uso de identidades organizacionais, sem que a simples existência de e-mail comprove essa possibilidade na unidade (Microsoft, [s. d.]d).</a:t>
            </a:r>
          </a:p>
          <a:p xmlns:a="http://schemas.openxmlformats.org/drawingml/2006/main">
            <a:r>
              <a:t/>
            </a:r>
          </a:p>
          <a:p xmlns:a="http://schemas.openxmlformats.org/drawingml/2006/main">
            <a:r>
              <a:t>A comparação técnica deverá verificar aplicações, permissões, registros, rede, recuperação, suporte e licenciamento. Recursos já contratados ou gratuitos não demonstram custo total nulo. A matriz comparativa com evidências, pesos eventualmente justificados e recomendação final permanece como atividade a concluir.</a:t>
            </a:r>
          </a:p>
          <a:p xmlns:a="http://schemas.openxmlformats.org/drawingml/2006/main">
            <a:r>
              <a:t/>
            </a:r>
          </a:p>
          <a:p xmlns:a="http://schemas.openxmlformats.org/drawingml/2006/main">
            <a:r>
              <a:t>7.2 VIABILIDADE TÉCNICA E OPERACIONAL</a:t>
            </a:r>
          </a:p>
          <a:p xmlns:a="http://schemas.openxmlformats.org/drawingml/2006/main">
            <a:r>
              <a:t/>
            </a:r>
          </a:p>
          <a:p xmlns:a="http://schemas.openxmlformats.org/drawingml/2006/main">
            <a:r>
              <a:t>A administração precisa dispor de uma fonte de vínculo e de responsáveis por criar, atualizar e revogar acessos. Também será necessário definir entrega de credenciais e recuperação sem solicitar a senha atual do usuário. Os dados institucionais deverão ser utilizados conforme regras e integrações autorizadas.</a:t>
            </a:r>
          </a:p>
          <a:p xmlns:a="http://schemas.openxmlformats.org/drawingml/2006/main">
            <a:r>
              <a:t/>
            </a:r>
          </a:p>
          <a:p xmlns:a="http://schemas.openxmlformats.org/drawingml/2006/main">
            <a:r>
              <a:t>Em caso de senha esquecida, bloqueio ou falha de serviço, haverá necessidade de um procedimento disponível no horário das aulas. A avaliação deverá examinar indisponibilidade de rede e autenticação, carga simultânea, primeira utilização e acesso habitual. Quando houver restauração das estações, seus efeitos sobre identidade, perfis, configurações e registros deverão ser verificados.</a:t>
            </a:r>
          </a:p>
          <a:p xmlns:a="http://schemas.openxmlformats.org/drawingml/2006/main">
            <a:r>
              <a:t/>
            </a:r>
          </a:p>
          <a:p xmlns:a="http://schemas.openxmlformats.org/drawingml/2006/main">
            <a:r>
              <a:t>As estimativas de esforço, custo e prazo deverão ter fonte: inventário, informações do suporte, contratos, documentação ou testes. Sem esses dados, não será adequado declarar que uma opção é mais barata, simples ou rápida. A sustentabilidade depende de capacitação, disponibilidade de trabalho, documentação, atualização, backup e capacidade de atendimento após o projeto acadêmico.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DE APOIO</a:t>
            </a:r>
          </a:p>
          <a:p xmlns:a="http://schemas.openxmlformats.org/drawingml/2006/main">
            <a:r>
              <a:t>O cenário candidato combina AD DS para contas e políticas com GLPI para solicitações e ativos. Sua viabilidade depende do inventário e da comparação. A integração LDAP pode autenticar, importar e sincronizar usuários no GLPI. SSO e inventário automático usam mecanismos próprios. Também é necessário definir a associação entre solicitante, estação e laboratório, além da coleta dos eventos das origens efetivas.</a:t>
            </a:r>
          </a:p>
          <a:p xmlns:a="http://schemas.openxmlformats.org/drawingml/2006/main">
            <a:r>
              <a:t/>
            </a:r>
          </a:p>
          <a:p xmlns:a="http://schemas.openxmlformats.org/drawingml/2006/main">
            <a:r>
              <a:t>FONTE</a:t>
            </a:r>
          </a:p>
          <a:p xmlns:a="http://schemas.openxmlformats.org/drawingml/2006/main">
            <a:r>
              <a:t>Trabalho fornecido pelos autores: TG1-V1_20_paginas.pdf. As referências citadas no texto constam integralmente nas notas do slide 15.</a:t>
            </a:r>
          </a:p>
          <a:p xmlns:a="http://schemas.openxmlformats.org/drawingml/2006/main">
            <a:r>
              <a:t/>
            </a:r>
          </a:p>
          <a:p xmlns:a="http://schemas.openxmlformats.org/drawingml/2006/main">
            <a:r>
              <a:t>CONTEÚDO DE APOIO DO TRABALHO</a:t>
            </a:r>
          </a:p>
          <a:p xmlns:a="http://schemas.openxmlformats.org/drawingml/2006/main">
            <a:r>
              <a:t>7.4 CENÁRIO CANDIDATO DE ARQUITETURA AD E GLPI</a:t>
            </a:r>
          </a:p>
          <a:p xmlns:a="http://schemas.openxmlformats.org/drawingml/2006/main">
            <a:r>
              <a:t/>
            </a:r>
          </a:p>
          <a:p xmlns:a="http://schemas.openxmlformats.org/drawingml/2006/main">
            <a:r>
              <a:t>O cenário apresentado nos documentos combina AD DS e GLPI. O diretório poderia administrar contas e políticas; o GLPI apoiaria solicitações e ativos. A arquitetura deverá ser ajustada conforme comparação, infraestrutura, versões e licenças confirmadas. O nome de domínio e as configurações definitivas dependerão da instituição.</a:t>
            </a:r>
          </a:p>
          <a:p xmlns:a="http://schemas.openxmlformats.org/drawingml/2006/main">
            <a:r>
              <a:t/>
            </a:r>
          </a:p>
          <a:p xmlns:a="http://schemas.openxmlformats.org/drawingml/2006/main">
            <a:r>
              <a:t>Quadro 12 - Componentes do cenário candidato</a:t>
            </a:r>
          </a:p>
          <a:p xmlns:a="http://schemas.openxmlformats.org/drawingml/2006/main">
            <a:r>
              <a:t/>
            </a:r>
          </a:p>
          <a:p xmlns:a="http://schemas.openxmlformats.org/drawingml/2006/main">
            <a:r>
              <a:t>Registro 1</a:t>
            </a:r>
          </a:p>
          <a:p xmlns:a="http://schemas.openxmlformats.org/drawingml/2006/main">
            <a:r>
              <a:t>Componente: Serviço AD DS</a:t>
            </a:r>
          </a:p>
          <a:p xmlns:a="http://schemas.openxmlformats.org/drawingml/2006/main">
            <a:r>
              <a:t>Finalidade: Contas, grupos, autenticação de domínio e políticas.</a:t>
            </a:r>
          </a:p>
          <a:p xmlns:a="http://schemas.openxmlformats.org/drawingml/2006/main">
            <a:r>
              <a:t>Condição de projeto: Infraestrutura, licenças, recuperação e responsáveis definidos.</a:t>
            </a:r>
          </a:p>
          <a:p xmlns:a="http://schemas.openxmlformats.org/drawingml/2006/main">
            <a:r>
              <a:t/>
            </a:r>
          </a:p>
          <a:p xmlns:a="http://schemas.openxmlformats.org/drawingml/2006/main">
            <a:r>
              <a:t>Registro 2</a:t>
            </a:r>
          </a:p>
          <a:p xmlns:a="http://schemas.openxmlformats.org/drawingml/2006/main">
            <a:r>
              <a:t>Componente: Serviço GLPI</a:t>
            </a:r>
          </a:p>
          <a:p xmlns:a="http://schemas.openxmlformats.org/drawingml/2006/main">
            <a:r>
              <a:t>Finalidade: Solicitações, histórico e gestão de ativos pertinentes.</a:t>
            </a:r>
          </a:p>
          <a:p xmlns:a="http://schemas.openxmlformats.org/drawingml/2006/main">
            <a:r>
              <a:t>Condição de projeto: Versão, ambiente, manutenção e integração avaliados.</a:t>
            </a:r>
          </a:p>
          <a:p xmlns:a="http://schemas.openxmlformats.org/drawingml/2006/main">
            <a:r>
              <a:t/>
            </a:r>
          </a:p>
          <a:p xmlns:a="http://schemas.openxmlformats.org/drawingml/2006/main">
            <a:r>
              <a:t>Registro 3</a:t>
            </a:r>
          </a:p>
          <a:p xmlns:a="http://schemas.openxmlformats.org/drawingml/2006/main">
            <a:r>
              <a:t>Componente: Estações Windows</a:t>
            </a:r>
          </a:p>
          <a:p xmlns:a="http://schemas.openxmlformats.org/drawingml/2006/main">
            <a:r>
              <a:t>Finalidade: Ambiente de execução acadêmica e sessões.</a:t>
            </a:r>
          </a:p>
          <a:p xmlns:a="http://schemas.openxmlformats.org/drawingml/2006/main">
            <a:r>
              <a:t>Condição de projeto: Versões compatíveis, aplicações verificadas e auditoria configurada.</a:t>
            </a:r>
          </a:p>
          <a:p xmlns:a="http://schemas.openxmlformats.org/drawingml/2006/main">
            <a:r>
              <a:t/>
            </a:r>
          </a:p>
          <a:p xmlns:a="http://schemas.openxmlformats.org/drawingml/2006/main">
            <a:r>
              <a:t>Fonte: elaboração própria a partir da arquitetura fornecida e de Microsoft ([s. d.]a) e GLPI ([s. d.]b).</a:t>
            </a:r>
          </a:p>
          <a:p xmlns:a="http://schemas.openxmlformats.org/drawingml/2006/main">
            <a:r>
              <a:t/>
            </a:r>
          </a:p>
          <a:p xmlns:a="http://schemas.openxmlformats.org/drawingml/2006/main">
            <a:r>
              <a:t>O fluxo candidato prevê apresentação de credencial individual, validação pelo mecanismo da arquitetura e disponibilidade do ambiente acadêmico. O tempo de trinta segundos é meta proposta, não comportamento garantido. Os eventos pertinentes deverão ser coletados das origens efetivas e preservados; os registros de um controlador de domínio não substituem automaticamente todos os eventos da estação (Microsoft, [s. d.]b).</a:t>
            </a:r>
          </a:p>
          <a:p xmlns:a="http://schemas.openxmlformats.org/drawingml/2006/main">
            <a:r>
              <a:t/>
            </a:r>
          </a:p>
          <a:p xmlns:a="http://schemas.openxmlformats.org/drawingml/2006/main">
            <a:r>
              <a:t>A integração LDAP do GLPI pode autenticar, importar e sincronizar usuários. A autenticação única (SSO) depende de mecanismo e configuração próprios, e o inventário automático envolve recursos distintos, como agentes (GLPI, [s. d.]a, [s. d.]b, [s. d.]c). A associação do solicitante, da estação e do laboratório ao chamado deverá ser especificada e verificada. No cenário LDAPS, serão examinados proteção TLS, certificados e condições de comunicação, sem tratar LDAP, SSO e inventário como a mesma função.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DE APOIO</a:t>
            </a:r>
          </a:p>
          <a:p xmlns:a="http://schemas.openxmlformats.org/drawingml/2006/main">
            <a:r>
              <a:t>A unidade deverá ajustar as responsabilidades às suas alçadas. O ciclo de vida das contas inclui concessão, revisão, recuperação e revogação. A destinação de arquivos e a eliminação de registros exigem decisões próprias. A proteção de dados considera finalidade, necessidade e acesso restrito. Eventual apoio de IA exige revisão humana e teste autorizado, sem compor o mecanismo de autenticação.</a:t>
            </a:r>
          </a:p>
          <a:p xmlns:a="http://schemas.openxmlformats.org/drawingml/2006/main">
            <a:r>
              <a:t/>
            </a:r>
          </a:p>
          <a:p xmlns:a="http://schemas.openxmlformats.org/drawingml/2006/main">
            <a:r>
              <a:t>MATERIAL DE APOIO DOS TEMAS REUNIDOS</a:t>
            </a:r>
          </a:p>
          <a:p xmlns:a="http://schemas.openxmlformats.org/drawingml/2006/main">
            <a:r>
              <a:t/>
            </a:r>
          </a:p>
          <a:p xmlns:a="http://schemas.openxmlformats.org/drawingml/2006/main">
            <a:r>
              <a:t>FALA DE APOIO</a:t>
            </a:r>
          </a:p>
          <a:p xmlns:a="http://schemas.openxmlformats.org/drawingml/2006/main">
            <a:r>
              <a:t>As responsabilidades apresentadas são sugestões que a unidade deverá adequar às suas alçadas. A área de origem informa o vínculo, as instâncias competentes decidem regras e recursos e a equipe autorizada executa os procedimentos. O ciclo de vida inclui concessão, revisão, recuperação e revogação. A destinação dos arquivos e a eliminação dos registros têm finalidades e prazos próprios.</a:t>
            </a:r>
          </a:p>
          <a:p xmlns:a="http://schemas.openxmlformats.org/drawingml/2006/main">
            <a:r>
              <a:t/>
            </a:r>
          </a:p>
          <a:p xmlns:a="http://schemas.openxmlformats.org/drawingml/2006/main">
            <a:r>
              <a:t>FONTE</a:t>
            </a:r>
          </a:p>
          <a:p xmlns:a="http://schemas.openxmlformats.org/drawingml/2006/main">
            <a:r>
              <a:t>Trabalho fornecido pelos autores: TG1-V1_20_paginas.pdf. As referências citadas no texto constam integralmente nas notas do slide 15.</a:t>
            </a:r>
          </a:p>
          <a:p xmlns:a="http://schemas.openxmlformats.org/drawingml/2006/main">
            <a:r>
              <a:t/>
            </a:r>
          </a:p>
          <a:p xmlns:a="http://schemas.openxmlformats.org/drawingml/2006/main">
            <a:r>
              <a:t>CONTEÚDO DE APOIO DO TRABALHO</a:t>
            </a:r>
          </a:p>
          <a:p xmlns:a="http://schemas.openxmlformats.org/drawingml/2006/main">
            <a:r>
              <a:t>7.3 RESPONSABILIDADES E CICLO DE VIDA DAS CONTAS</a:t>
            </a:r>
          </a:p>
          <a:p xmlns:a="http://schemas.openxmlformats.org/drawingml/2006/main">
            <a:r>
              <a:t/>
            </a:r>
          </a:p>
          <a:p xmlns:a="http://schemas.openxmlformats.org/drawingml/2006/main">
            <a:r>
              <a:t>A estrutura pública da Fatec Barueri identifica instâncias acadêmicas e administrativas, coordenações e corpo técnico, mas não comprova suas atribuições específicas na administração dos acessos (Fatec Barueri, [s. d.]b). A distribuição abaixo é uma proposta a ajustar às alçadas da unidade e do CPS.</a:t>
            </a:r>
          </a:p>
          <a:p xmlns:a="http://schemas.openxmlformats.org/drawingml/2006/main">
            <a:r>
              <a:t/>
            </a:r>
          </a:p>
          <a:p xmlns:a="http://schemas.openxmlformats.org/drawingml/2006/main">
            <a:r>
              <a:t>Quadro 11 - Responsabilidades sugeridas para a melhoria</a:t>
            </a:r>
          </a:p>
          <a:p xmlns:a="http://schemas.openxmlformats.org/drawingml/2006/main">
            <a:r>
              <a:t/>
            </a:r>
          </a:p>
          <a:p xmlns:a="http://schemas.openxmlformats.org/drawingml/2006/main">
            <a:r>
              <a:t>Registro 1</a:t>
            </a:r>
          </a:p>
          <a:p xmlns:a="http://schemas.openxmlformats.org/drawingml/2006/main">
            <a:r>
              <a:t>Atividade: Escopo e recursos</a:t>
            </a:r>
          </a:p>
          <a:p xmlns:a="http://schemas.openxmlformats.org/drawingml/2006/main">
            <a:r>
              <a:t>Decisão ou coordenação: Instância institucional competente.</a:t>
            </a:r>
          </a:p>
          <a:p xmlns:a="http://schemas.openxmlformats.org/drawingml/2006/main">
            <a:r>
              <a:t>Execução e participação: Responsável pelo serviço reúne análise técnica e acadêmica.</a:t>
            </a:r>
          </a:p>
          <a:p xmlns:a="http://schemas.openxmlformats.org/drawingml/2006/main">
            <a:r>
              <a:t/>
            </a:r>
          </a:p>
          <a:p xmlns:a="http://schemas.openxmlformats.org/drawingml/2006/main">
            <a:r>
              <a:t>Registro 2</a:t>
            </a:r>
          </a:p>
          <a:p xmlns:a="http://schemas.openxmlformats.org/drawingml/2006/main">
            <a:r>
              <a:t>Atividade: Elegibilidade e vínculo</a:t>
            </a:r>
          </a:p>
          <a:p xmlns:a="http://schemas.openxmlformats.org/drawingml/2006/main">
            <a:r>
              <a:t>Decisão ou coordenação: Área responsável pela informação de origem.</a:t>
            </a:r>
          </a:p>
          <a:p xmlns:a="http://schemas.openxmlformats.org/drawingml/2006/main">
            <a:r>
              <a:t>Execução e participação: Fonte autorizada informa situação; TI aplica regra aprovada.</a:t>
            </a:r>
          </a:p>
          <a:p xmlns:a="http://schemas.openxmlformats.org/drawingml/2006/main">
            <a:r>
              <a:t/>
            </a:r>
          </a:p>
          <a:p xmlns:a="http://schemas.openxmlformats.org/drawingml/2006/main">
            <a:r>
              <a:t>Registro 3</a:t>
            </a:r>
          </a:p>
          <a:p xmlns:a="http://schemas.openxmlformats.org/drawingml/2006/main">
            <a:r>
              <a:t>Atividade: Concessão revisão e revogação</a:t>
            </a:r>
          </a:p>
          <a:p xmlns:a="http://schemas.openxmlformats.org/drawingml/2006/main">
            <a:r>
              <a:t>Decisão ou coordenação: Responsável pelo serviço dentro das regras.</a:t>
            </a:r>
          </a:p>
          <a:p xmlns:a="http://schemas.openxmlformats.org/drawingml/2006/main">
            <a:r>
              <a:t>Execução e participação: Administradores autorizados executam e registram.</a:t>
            </a:r>
          </a:p>
          <a:p xmlns:a="http://schemas.openxmlformats.org/drawingml/2006/main">
            <a:r>
              <a:t/>
            </a:r>
          </a:p>
          <a:p xmlns:a="http://schemas.openxmlformats.org/drawingml/2006/main">
            <a:r>
              <a:t>Registro 4</a:t>
            </a:r>
          </a:p>
          <a:p xmlns:a="http://schemas.openxmlformats.org/drawingml/2006/main">
            <a:r>
              <a:t>Atividade: Permissões e exceções</a:t>
            </a:r>
          </a:p>
          <a:p xmlns:a="http://schemas.openxmlformats.org/drawingml/2006/main">
            <a:r>
              <a:t>Decisão ou coordenação: Responsável pelo serviço com coordenação acadêmica.</a:t>
            </a:r>
          </a:p>
          <a:p xmlns:a="http://schemas.openxmlformats.org/drawingml/2006/main">
            <a:r>
              <a:t>Execução e participação: Docentes descrevem necessidade; TI verifica configuração.</a:t>
            </a:r>
          </a:p>
          <a:p xmlns:a="http://schemas.openxmlformats.org/drawingml/2006/main">
            <a:r>
              <a:t/>
            </a:r>
          </a:p>
          <a:p xmlns:a="http://schemas.openxmlformats.org/drawingml/2006/main">
            <a:r>
              <a:t>Registro 5</a:t>
            </a:r>
          </a:p>
          <a:p xmlns:a="http://schemas.openxmlformats.org/drawingml/2006/main">
            <a:r>
              <a:t>Atividade: Recuperação e atendimento</a:t>
            </a:r>
          </a:p>
          <a:p xmlns:a="http://schemas.openxmlformats.org/drawingml/2006/main">
            <a:r>
              <a:t>Decisão ou coordenação: Responsável pelo serviço define procedimento.</a:t>
            </a:r>
          </a:p>
          <a:p xmlns:a="http://schemas.openxmlformats.org/drawingml/2006/main">
            <a:r>
              <a:t>Execução e participação: Suporte habilitado atende e registra.</a:t>
            </a:r>
          </a:p>
          <a:p xmlns:a="http://schemas.openxmlformats.org/drawingml/2006/main">
            <a:r>
              <a:t/>
            </a:r>
          </a:p>
          <a:p xmlns:a="http://schemas.openxmlformats.org/drawingml/2006/main">
            <a:r>
              <a:t>Registro 6</a:t>
            </a:r>
          </a:p>
          <a:p xmlns:a="http://schemas.openxmlformats.org/drawingml/2006/main">
            <a:r>
              <a:t>Atividade: Consulta e proteção de dados</a:t>
            </a:r>
          </a:p>
          <a:p xmlns:a="http://schemas.openxmlformats.org/drawingml/2006/main">
            <a:r>
              <a:t>Decisão ou coordenação: Autoridades e áreas institucionais competentes.</a:t>
            </a:r>
          </a:p>
          <a:p xmlns:a="http://schemas.openxmlformats.org/drawingml/2006/main">
            <a:r>
              <a:t>Execução e participação: Equipe autorizada consulta; encarregado orienta conforme atribuições.</a:t>
            </a:r>
          </a:p>
          <a:p xmlns:a="http://schemas.openxmlformats.org/drawingml/2006/main">
            <a:r>
              <a:t/>
            </a:r>
          </a:p>
          <a:p xmlns:a="http://schemas.openxmlformats.org/drawingml/2006/main">
            <a:r>
              <a:t>Registro 7</a:t>
            </a:r>
          </a:p>
          <a:p xmlns:a="http://schemas.openxmlformats.org/drawingml/2006/main">
            <a:r>
              <a:t>Atividade: Avaliação e ampliação</a:t>
            </a:r>
          </a:p>
          <a:p xmlns:a="http://schemas.openxmlformats.org/drawingml/2006/main">
            <a:r>
              <a:t>Decisão ou coordenação: Instância que autorizou o piloto.</a:t>
            </a:r>
          </a:p>
          <a:p xmlns:a="http://schemas.openxmlformats.org/drawingml/2006/main">
            <a:r>
              <a:t>Execução e participação: TI, coordenações e usuários apresentam evidências.</a:t>
            </a:r>
          </a:p>
          <a:p xmlns:a="http://schemas.openxmlformats.org/drawingml/2006/main">
            <a:r>
              <a:t/>
            </a:r>
          </a:p>
          <a:p xmlns:a="http://schemas.openxmlformats.org/drawingml/2006/main">
            <a:r>
              <a:t>Fonte: elaboração própria. Não descreve designações já aprovadas.</a:t>
            </a:r>
          </a:p>
          <a:p xmlns:a="http://schemas.openxmlformats.org/drawingml/2006/main">
            <a:r>
              <a:t/>
            </a:r>
          </a:p>
          <a:p xmlns:a="http://schemas.openxmlformats.org/drawingml/2006/main">
            <a:r>
              <a:t>A concessão deverá partir de vínculo elegível e indicar recursos necessários e validade, quando aplicável. Alterações de vínculo ou necessidade provocarão revisão de permissões conforme a regra institucional. Situações de trancamento, conclusão, extensão e participação temporária exigem tratamento próprio. Revogar acesso, destinar arquivos e eliminar registros são decisões diferentes, ligadas a suas finalidades e prazos.</a:t>
            </a:r>
          </a:p>
          <a:p xmlns:a="http://schemas.openxmlformats.org/drawingml/2006/main">
            <a:r>
              <a:t/>
            </a:r>
          </a:p>
          <a:p xmlns:a="http://schemas.openxmlformats.org/drawingml/2006/main">
            <a:r>
              <a:t>Exceções de disciplina deverão registrar necessidade, escopo, responsável e duração. A comunicação aos usuários explicará entrada, encerramento, destino dos arquivos e ajuda. Atividades em dupla, troca de estação, recém-ingressos e acessibilidade precisam ser contemplados. A participação dos estudantes na implantação não significa que assumirão a administração permanente.</a:t>
            </a:r>
          </a:p>
          <a:p xmlns:a="http://schemas.openxmlformats.org/drawingml/2006/main">
            <a:r>
              <a:t/>
            </a:r>
          </a:p>
          <a:p xmlns:a="http://schemas.openxmlformats.org/drawingml/2006/main">
            <a:r>
              <a:t>FALA DE APOIO</a:t>
            </a:r>
          </a:p>
          <a:p xmlns:a="http://schemas.openxmlformats.org/drawingml/2006/main">
            <a:r>
              <a:t>A proteção de dados considera finalidade, necessidade, acesso restrito e retenção justificada. Senhas e segredos não devem aparecer nos registros de atendimento. Um eventual uso de IA deverá priorizar exemplos fictícios e documentação pública, com revisão humana e teste autorizado. A autorização para usar uma ferramenta não autoriza alterar a infraestrutura. A arquitetura de acesso independe de IA.</a:t>
            </a:r>
          </a:p>
          <a:p xmlns:a="http://schemas.openxmlformats.org/drawingml/2006/main">
            <a:r>
              <a:t/>
            </a:r>
          </a:p>
          <a:p xmlns:a="http://schemas.openxmlformats.org/drawingml/2006/main">
            <a:r>
              <a:t>FONTE</a:t>
            </a:r>
          </a:p>
          <a:p xmlns:a="http://schemas.openxmlformats.org/drawingml/2006/main">
            <a:r>
              <a:t>Trabalho fornecido pelos autores: TG1-V1_20_paginas.pdf. As referências citadas no texto constam integralmente nas notas do slide 15.</a:t>
            </a:r>
          </a:p>
          <a:p xmlns:a="http://schemas.openxmlformats.org/drawingml/2006/main">
            <a:r>
              <a:t/>
            </a:r>
          </a:p>
          <a:p xmlns:a="http://schemas.openxmlformats.org/drawingml/2006/main">
            <a:r>
              <a:t>CONTEÚDO DE APOIO DO TRABALHO</a:t>
            </a:r>
          </a:p>
          <a:p xmlns:a="http://schemas.openxmlformats.org/drawingml/2006/main">
            <a:r>
              <a:t>4.3 SEGURANÇA E PRIVACIDADE NO CONTEXTO INSTITUCIONAL</a:t>
            </a:r>
          </a:p>
          <a:p xmlns:a="http://schemas.openxmlformats.org/drawingml/2006/main">
            <a:r>
              <a:t/>
            </a:r>
          </a:p>
          <a:p xmlns:a="http://schemas.openxmlformats.org/drawingml/2006/main">
            <a:r>
              <a:t>A ABNT NBR ISO/IEC 27001:2022 relaciona a gestão da segurança ao contexto organizacional, à liderança, ao planejamento e à avaliação de desempenho. Seu Anexo A inclui controle de acesso, gestão de identidades, informações de autenticação e direitos de acesso. A seleção de controles deve ser justificada mediante avaliação e tratamento de riscos (ABNT, 2022, seções 4 a 10 e Anexo A, itens 5.15 a 5.18). O uso desse referencial apoia a análise, sem representar certificação ou implantação de um sistema completo.</a:t>
            </a:r>
          </a:p>
          <a:p xmlns:a="http://schemas.openxmlformats.org/drawingml/2006/main">
            <a:r>
              <a:t/>
            </a:r>
          </a:p>
          <a:p xmlns:a="http://schemas.openxmlformats.org/drawingml/2006/main">
            <a:r>
              <a:t>A LGPD estabelece princípios de finalidade, adequação, necessidade e transparência, prevê medidas de segurança e regras para o tratamento pelo poder público (Brasil, 2018, arts. 6º, 23 e 46). A lei não determina a adoção de AD, GLPI ou login por RA. A proposta deverá definir quais dados são necessários, quem pode consultá-los e como justificar a retenção. Senhas e segredos de autenticação não deverão integrar registros de atendimento ou relatórios de auditoria.</a:t>
            </a:r>
          </a:p>
          <a:p xmlns:a="http://schemas.openxmlformats.org/drawingml/2006/main">
            <a:r>
              <a:t/>
            </a:r>
          </a:p>
          <a:p xmlns:a="http://schemas.openxmlformats.org/drawingml/2006/main">
            <a:r>
              <a:t>Os dados coletados para a pesquisa e os dados de uma operação futura têm finalidades distintas. O guia da ANPD esclarece que atividades administrativas não se tornam pesquisa por ocorrerem em uma instituição que pesquisa (ANPD, 2023). Portanto, autorizações ou hipóteses legais da coleta acadêmica não devem ser transportadas automaticamente para a administração cotidiana das contas.</a:t>
            </a:r>
          </a:p>
          <a:p xmlns:a="http://schemas.openxmlformats.org/drawingml/2006/main">
            <a:r>
              <a:t/>
            </a:r>
          </a:p>
          <a:p xmlns:a="http://schemas.openxmlformats.org/drawingml/2006/main">
            <a:r>
              <a:t>A CPA apresenta a autoavaliação como apoio ao planejamento e à melhoria institucional, envolvendo a comunidade acadêmica (Fatec Barueri, [s. d.]a). Propõe-se que a avaliação da melhoria considere a experiência dos usuários e seus efeitos no atendimento. A vinculação a uma meta específica do PDI dependerá da consulta ao documento vigente e da confirmação pela unidade; não se presume uma meta institucional de implantação de identidades individuais.</a:t>
            </a:r>
          </a:p>
          <a:p xmlns:a="http://schemas.openxmlformats.org/drawingml/2006/main">
            <a:r>
              <a:t/>
            </a:r>
          </a:p>
          <a:p xmlns:a="http://schemas.openxmlformats.org/drawingml/2006/main">
            <a:r>
              <a:t>4.4 GOVERNANÇA PREVENTIVA DE IA</a:t>
            </a:r>
          </a:p>
          <a:p xmlns:a="http://schemas.openxmlformats.org/drawingml/2006/main">
            <a:r>
              <a:t/>
            </a:r>
          </a:p>
          <a:p xmlns:a="http://schemas.openxmlformats.org/drawingml/2006/main">
            <a:r>
              <a:t>A solução de acesso não depende de inteligência artificial. O eventual uso de IA poderá apoiar documentação, explicação de mensagens de erro ou elaboração de exemplos de scripts. O AI RMF 1.0 organiza a gestão de riscos nas funções Govern, Map, Measure e Manage; Govern atravessa o processo e inclui políticas e responsabilidades (NIST, 2023). Neste estudo, essas orientações serão adaptadas a um uso limitado de apoio técnico.</a:t>
            </a:r>
          </a:p>
          <a:p xmlns:a="http://schemas.openxmlformats.org/drawingml/2006/main">
            <a:r>
              <a:t/>
            </a:r>
          </a:p>
          <a:p xmlns:a="http://schemas.openxmlformats.org/drawingml/2006/main">
            <a:r>
              <a:t>Antes de utilizar uma ferramenta, o responsável deverá verificar finalidade, condições de uso e tratamento dos dados enviados. Cardoso (2025) e Silva (2025) contribuem para a discussão sobre políticas, termos e proteção de informações. As condições vigentes da ferramenta escolhida precisarão ser examinadas, pois não se presume que permaneçam iguais às estudadas em 2025.</a:t>
            </a:r>
          </a:p>
          <a:p xmlns:a="http://schemas.openxmlformats.org/drawingml/2006/main">
            <a:r>
              <a:t/>
            </a:r>
          </a:p>
          <a:p xmlns:a="http://schemas.openxmlformats.org/drawingml/2006/main">
            <a:r>
              <a:t>Propõe-se priorizar exemplos fictícios e documentação pública. Credenciais, bases de usuários, registros identificáveis, respostas brutas da pesquisa e detalhes restritos do ambiente deverão ficar fora do envio a ferramentas externas, salvo decisão institucional específica fundada na avaliação pertinente. Substituir nomes por códigos não garante anonimização quando o contexto permite identificação.</a:t>
            </a:r>
          </a:p>
          <a:p xmlns:a="http://schemas.openxmlformats.org/drawingml/2006/main">
            <a:r>
              <a:t/>
            </a:r>
          </a:p>
          <a:p xmlns:a="http://schemas.openxmlformats.org/drawingml/2006/main">
            <a:r>
              <a:t>Scripts e configurações produzidos com apoio de IA deverão ser revisados quanto a finalidade, comandos, permissões, dependências, dados afetados e reversão. A execução dependerá de teste em ambiente autorizado e do processo de mudança. A autorização para usar a ferramenta não equivale à autorização para alterar a infraestrutura. O profissional responsável deverá conseguir explicar e verificar o resultado em documentação oficial.</a:t>
            </a:r>
          </a:p>
          <a:p xmlns:a="http://schemas.openxmlformats.org/drawingml/2006/main">
            <a:r>
              <a:t/>
            </a:r>
          </a:p>
          <a:p xmlns:a="http://schemas.openxmlformats.org/drawingml/2006/main">
            <a:r>
              <a:t>A ISACA (2025) relaciona a governança de IA aos componentes da governança de informação e tecnologia. Para o projeto, propõe-se integrar as diretrizes ao processo existente de mudanças e proteção de informações, com registro proporcional da finalidade, ferramenta, revisão e resultado aprovado. As orientações serão revistas quando mudarem ferramenta, finalidade, dados ou condições de uso. O uso acadêmico também deverá observar as orientações do curso e do orientador.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DE APOIO</a:t>
            </a:r>
          </a:p>
          <a:p xmlns:a="http://schemas.openxmlformats.org/drawingml/2006/main">
            <a:r>
              <a:t>A adoção prevê consolidação, homologação, piloto, avaliação e possível expansão. As condições de avanço incluem evidências, recuperação, reversão e capacidade de suporte. O fechamento da pesquisa ocupa seis semanas relativas. A implantação terá um cronograma separado. O orçamento ainda exige apuração de preços, infraestrutura, licenças e horas de trabalho, sem afirmação de economia ou retorno financeiro.</a:t>
            </a:r>
          </a:p>
          <a:p xmlns:a="http://schemas.openxmlformats.org/drawingml/2006/main">
            <a:r>
              <a:t/>
            </a:r>
          </a:p>
          <a:p xmlns:a="http://schemas.openxmlformats.org/drawingml/2006/main">
            <a:r>
              <a:t>MATERIAL DE APOIO DOS TEMAS REUNIDOS</a:t>
            </a:r>
          </a:p>
          <a:p xmlns:a="http://schemas.openxmlformats.org/drawingml/2006/main">
            <a:r>
              <a:t/>
            </a:r>
          </a:p>
          <a:p xmlns:a="http://schemas.openxmlformats.org/drawingml/2006/main">
            <a:r>
              <a:t>FALA DE APOIO</a:t>
            </a:r>
          </a:p>
          <a:p xmlns:a="http://schemas.openxmlformats.org/drawingml/2006/main">
            <a:r>
              <a:t>A adoção começa pela consolidação das evidências e pela decisão institucional. Em seguida, uma homologação deverá verificar aplicações, recuperação e reversão. O piloto exige linha de base comparável e condições autorizadas. O roteiro propõe vinte estações, mas essa quantidade depende da capacidade disponível e não decorre dos respondentes. A avaliação deve parar diante de falhas graves sem recuperação adequada.</a:t>
            </a:r>
          </a:p>
          <a:p xmlns:a="http://schemas.openxmlformats.org/drawingml/2006/main">
            <a:r>
              <a:t/>
            </a:r>
          </a:p>
          <a:p xmlns:a="http://schemas.openxmlformats.org/drawingml/2006/main">
            <a:r>
              <a:t>FONTE</a:t>
            </a:r>
          </a:p>
          <a:p xmlns:a="http://schemas.openxmlformats.org/drawingml/2006/main">
            <a:r>
              <a:t>Trabalho fornecido pelos autores: TG1-V1_20_paginas.pdf. As referências citadas no texto constam integralmente nas notas do slide 15.</a:t>
            </a:r>
          </a:p>
          <a:p xmlns:a="http://schemas.openxmlformats.org/drawingml/2006/main">
            <a:r>
              <a:t/>
            </a:r>
          </a:p>
          <a:p xmlns:a="http://schemas.openxmlformats.org/drawingml/2006/main">
            <a:r>
              <a:t>CONTEÚDO DE APOIO DO TRABALHO</a:t>
            </a:r>
          </a:p>
          <a:p xmlns:a="http://schemas.openxmlformats.org/drawingml/2006/main">
            <a:r>
              <a:t>7.5 PLANO GRADUAL E PILOTO FUTURO</a:t>
            </a:r>
          </a:p>
          <a:p xmlns:a="http://schemas.openxmlformats.org/drawingml/2006/main">
            <a:r>
              <a:t/>
            </a:r>
          </a:p>
          <a:p xmlns:a="http://schemas.openxmlformats.org/drawingml/2006/main">
            <a:r>
              <a:t>Recomenda-se uma etapa de preparação institucional seguida de eventual adoção técnica. A primeira reúne evidências, regras, responsáveis, recursos e critérios; a segunda depende da alternativa selecionada e de sua viabilidade. Essa organização permite melhorar documentação e atendimento enquanto se conclui a escolha.</a:t>
            </a:r>
          </a:p>
          <a:p xmlns:a="http://schemas.openxmlformats.org/drawingml/2006/main">
            <a:r>
              <a:t/>
            </a:r>
          </a:p>
          <a:p xmlns:a="http://schemas.openxmlformats.org/drawingml/2006/main">
            <a:r>
              <a:t>Quadro 13 - Etapas propostas de adoção</a:t>
            </a:r>
          </a:p>
          <a:p xmlns:a="http://schemas.openxmlformats.org/drawingml/2006/main">
            <a:r>
              <a:t/>
            </a:r>
          </a:p>
          <a:p xmlns:a="http://schemas.openxmlformats.org/drawingml/2006/main">
            <a:r>
              <a:t>Registro 1</a:t>
            </a:r>
          </a:p>
          <a:p xmlns:a="http://schemas.openxmlformats.org/drawingml/2006/main">
            <a:r>
              <a:t>Etapa: Consolidação e decisão</a:t>
            </a:r>
          </a:p>
          <a:p xmlns:a="http://schemas.openxmlformats.org/drawingml/2006/main">
            <a:r>
              <a:t>Entrega principal: Diagnóstico, regras, responsáveis e comparação.</a:t>
            </a:r>
          </a:p>
          <a:p xmlns:a="http://schemas.openxmlformats.org/drawingml/2006/main">
            <a:r>
              <a:t>Condição de avanço: Evidências e recursos suficientes à decisão.</a:t>
            </a:r>
          </a:p>
          <a:p xmlns:a="http://schemas.openxmlformats.org/drawingml/2006/main">
            <a:r>
              <a:t/>
            </a:r>
          </a:p>
          <a:p xmlns:a="http://schemas.openxmlformats.org/drawingml/2006/main">
            <a:r>
              <a:t>Registro 2</a:t>
            </a:r>
          </a:p>
          <a:p xmlns:a="http://schemas.openxmlformats.org/drawingml/2006/main">
            <a:r>
              <a:t>Etapa: Homologação</a:t>
            </a:r>
          </a:p>
          <a:p xmlns:a="http://schemas.openxmlformats.org/drawingml/2006/main">
            <a:r>
              <a:t>Entrega principal: Configuração delimitada e documentação técnica.</a:t>
            </a:r>
          </a:p>
          <a:p xmlns:a="http://schemas.openxmlformats.org/drawingml/2006/main">
            <a:r>
              <a:t>Condição de avanço: Aplicações, permissões, recuperação e reversão verificadas.</a:t>
            </a:r>
          </a:p>
          <a:p xmlns:a="http://schemas.openxmlformats.org/drawingml/2006/main">
            <a:r>
              <a:t/>
            </a:r>
          </a:p>
          <a:p xmlns:a="http://schemas.openxmlformats.org/drawingml/2006/main">
            <a:r>
              <a:t>Registro 3</a:t>
            </a:r>
          </a:p>
          <a:p xmlns:a="http://schemas.openxmlformats.org/drawingml/2006/main">
            <a:r>
              <a:t>Etapa: Orientação e piloto</a:t>
            </a:r>
          </a:p>
          <a:p xmlns:a="http://schemas.openxmlformats.org/drawingml/2006/main">
            <a:r>
              <a:t>Entrega principal: Acompanhamento de usuários e indicadores.</a:t>
            </a:r>
          </a:p>
          <a:p xmlns:a="http://schemas.openxmlformats.org/drawingml/2006/main">
            <a:r>
              <a:t>Condição de avanço: Casos de utilização executados em condições autorizadas.</a:t>
            </a:r>
          </a:p>
          <a:p xmlns:a="http://schemas.openxmlformats.org/drawingml/2006/main">
            <a:r>
              <a:t/>
            </a:r>
          </a:p>
          <a:p xmlns:a="http://schemas.openxmlformats.org/drawingml/2006/main">
            <a:r>
              <a:t>Registro 4</a:t>
            </a:r>
          </a:p>
          <a:p xmlns:a="http://schemas.openxmlformats.org/drawingml/2006/main">
            <a:r>
              <a:t>Etapa: Avaliação</a:t>
            </a:r>
          </a:p>
          <a:p xmlns:a="http://schemas.openxmlformats.org/drawingml/2006/main">
            <a:r>
              <a:t>Entrega principal: Resultados, falhas, esforço e riscos remanescentes.</a:t>
            </a:r>
          </a:p>
          <a:p xmlns:a="http://schemas.openxmlformats.org/drawingml/2006/main">
            <a:r>
              <a:t>Condição de avanço: Decisão fundamentada de ajustar, avançar ou interromper.</a:t>
            </a:r>
          </a:p>
          <a:p xmlns:a="http://schemas.openxmlformats.org/drawingml/2006/main">
            <a:r>
              <a:t/>
            </a:r>
          </a:p>
          <a:p xmlns:a="http://schemas.openxmlformats.org/drawingml/2006/main">
            <a:r>
              <a:t>Registro 5</a:t>
            </a:r>
          </a:p>
          <a:p xmlns:a="http://schemas.openxmlformats.org/drawingml/2006/main">
            <a:r>
              <a:t>Etapa: Expansão e manutenção</a:t>
            </a:r>
          </a:p>
          <a:p xmlns:a="http://schemas.openxmlformats.org/drawingml/2006/main">
            <a:r>
              <a:t>Entrega principal: Ampliação por grupos e procedimentos atualizados.</a:t>
            </a:r>
          </a:p>
          <a:p xmlns:a="http://schemas.openxmlformats.org/drawingml/2006/main">
            <a:r>
              <a:t>Condição de avanço: Capacidade de suporte e requisitos preservados.</a:t>
            </a:r>
          </a:p>
          <a:p xmlns:a="http://schemas.openxmlformats.org/drawingml/2006/main">
            <a:r>
              <a:t/>
            </a:r>
          </a:p>
          <a:p xmlns:a="http://schemas.openxmlformats.org/drawingml/2006/main">
            <a:r>
              <a:t>Fonte: elaboração própria a partir do plano de melhoria e do roteiro de implantação fornecidos.</a:t>
            </a:r>
          </a:p>
          <a:p xmlns:a="http://schemas.openxmlformats.org/drawingml/2006/main">
            <a:r>
              <a:t/>
            </a:r>
          </a:p>
          <a:p xmlns:a="http://schemas.openxmlformats.org/drawingml/2006/main">
            <a:r>
              <a:t>O roteiro técnico do cenário AD e GLPI prevê preparação do diretório, organização de grupos e políticas, instalação e integração do serviço de chamados e testes. Cada etapa exigirá requisitos, backup, responsáveis e documentação. Perfis de rede, scripts e redirecionamento de arquivos serão avaliados conforme a necessidade, sem pressupor sua obrigatoriedade.</a:t>
            </a:r>
          </a:p>
          <a:p xmlns:a="http://schemas.openxmlformats.org/drawingml/2006/main">
            <a:r>
              <a:t/>
            </a:r>
          </a:p>
          <a:p xmlns:a="http://schemas.openxmlformats.org/drawingml/2006/main">
            <a:r>
              <a:t>O piloto abrangerá estações, aplicações e usuários acordados com suporte e coordenação, após registro de linha de base comparável. Serão examinados acesso simultâneo e habitual, primeiro acesso, recuperação, troca de computador, encerramento e necessidades das disciplinas. As vinte estações propostas no roteiro dependerão da capacidade disponível; essa quantidade não decorre dos respondentes da pesquisa.</a:t>
            </a:r>
          </a:p>
          <a:p xmlns:a="http://schemas.openxmlformats.org/drawingml/2006/main">
            <a:r>
              <a:t/>
            </a:r>
          </a:p>
          <a:p xmlns:a="http://schemas.openxmlformats.org/drawingml/2006/main">
            <a:r>
              <a:t>A contingência indicará condição de ativação, responsável, recursos permitidos e encerramento. Um perfil emergencial, se adotado, precisará de limites e revisão; sua existência não substitui reversão. O retorno à configuração anterior será preparado e testado antes do piloto, com tratamento de vínculos, contas, perfis e arquivos.</a:t>
            </a:r>
          </a:p>
          <a:p xmlns:a="http://schemas.openxmlformats.org/drawingml/2006/main">
            <a:r>
              <a:t/>
            </a:r>
          </a:p>
          <a:p xmlns:a="http://schemas.openxmlformats.org/drawingml/2006/main">
            <a:r>
              <a:t>Propõe-se interromper a avaliação diante de indisponibilidade sem contingência funcional, acesso indevido, perda de arquivos atribuível à mudança ou impossibilidade de restauração. A retomada dependerá de correção verificada. Durante o piloto, sugere-se síntese semanal de ocorrências; a periodicidade posterior será ajustada à capacidade institucional.</a:t>
            </a:r>
          </a:p>
          <a:p xmlns:a="http://schemas.openxmlformats.org/drawingml/2006/main">
            <a:r>
              <a:t/>
            </a:r>
          </a:p>
          <a:p xmlns:a="http://schemas.openxmlformats.org/drawingml/2006/main">
            <a:r>
              <a:t>FALA DE APOIO</a:t>
            </a:r>
          </a:p>
          <a:p xmlns:a="http://schemas.openxmlformats.org/drawingml/2006/main">
            <a:r>
              <a:t>O cronograma apresenta semanas relativas para concluir a pesquisa, sem datas já acordadas. Os responsáveis são os integrantes do projeto com apoio disponível. A implantação terá planejamento separado e dependerá de autorização. O orçamento ainda precisa apurar quantidades, preços, licenças e horas internas. Por isso, o trabalho não afirma economia financeira ou prazo de retorno do investimento.</a:t>
            </a:r>
          </a:p>
          <a:p xmlns:a="http://schemas.openxmlformats.org/drawingml/2006/main">
            <a:r>
              <a:t/>
            </a:r>
          </a:p>
          <a:p xmlns:a="http://schemas.openxmlformats.org/drawingml/2006/main">
            <a:r>
              <a:t>FONTE</a:t>
            </a:r>
          </a:p>
          <a:p xmlns:a="http://schemas.openxmlformats.org/drawingml/2006/main">
            <a:r>
              <a:t>Trabalho fornecido pelos autores: TG1-V1_20_paginas.pdf. As referências citadas no texto constam integralmente nas notas do slide 15.</a:t>
            </a:r>
          </a:p>
          <a:p xmlns:a="http://schemas.openxmlformats.org/drawingml/2006/main">
            <a:r>
              <a:t/>
            </a:r>
          </a:p>
          <a:p xmlns:a="http://schemas.openxmlformats.org/drawingml/2006/main">
            <a:r>
              <a:t>CONTEÚDO DE APOIO DO TRABALHO</a:t>
            </a:r>
          </a:p>
          <a:p xmlns:a="http://schemas.openxmlformats.org/drawingml/2006/main">
            <a:r>
              <a:t>9 CRONOGRAMA</a:t>
            </a:r>
          </a:p>
          <a:p xmlns:a="http://schemas.openxmlformats.org/drawingml/2006/main">
            <a:r>
              <a:t/>
            </a:r>
          </a:p>
          <a:p xmlns:a="http://schemas.openxmlformats.org/drawingml/2006/main">
            <a:r>
              <a:t>O cronograma abaixo organiza o fechamento da pesquisa por semanas relativas à aprovação do plano de complementação. Não representa datas já acordadas nem estimativa de produtividade validada. O calendário definitivo deverá considerar banca, disponibilidade dos participantes e orientações do curso.</a:t>
            </a:r>
          </a:p>
          <a:p xmlns:a="http://schemas.openxmlformats.org/drawingml/2006/main">
            <a:r>
              <a:t/>
            </a:r>
          </a:p>
          <a:p xmlns:a="http://schemas.openxmlformats.org/drawingml/2006/main">
            <a:r>
              <a:t>Quadro 16 - Cronograma proposto de complementação da pesquisa</a:t>
            </a:r>
          </a:p>
          <a:p xmlns:a="http://schemas.openxmlformats.org/drawingml/2006/main">
            <a:r>
              <a:t/>
            </a:r>
          </a:p>
          <a:p xmlns:a="http://schemas.openxmlformats.org/drawingml/2006/main">
            <a:r>
              <a:t>Registro 1</a:t>
            </a:r>
          </a:p>
          <a:p xmlns:a="http://schemas.openxmlformats.org/drawingml/2006/main">
            <a:r>
              <a:t>Atividade: Conferir evidências técnicas e resolver divergências</a:t>
            </a:r>
          </a:p>
          <a:p xmlns:a="http://schemas.openxmlformats.org/drawingml/2006/main">
            <a:r>
              <a:t>Responsável no projeto: Melissa, com suporte disponível.</a:t>
            </a:r>
          </a:p>
          <a:p xmlns:a="http://schemas.openxmlformats.org/drawingml/2006/main">
            <a:r>
              <a:t>Período relativo: Semanas 1 e 2.</a:t>
            </a:r>
          </a:p>
          <a:p xmlns:a="http://schemas.openxmlformats.org/drawingml/2006/main">
            <a:r>
              <a:t/>
            </a:r>
          </a:p>
          <a:p xmlns:a="http://schemas.openxmlformats.org/drawingml/2006/main">
            <a:r>
              <a:t>Registro 2</a:t>
            </a:r>
          </a:p>
          <a:p xmlns:a="http://schemas.openxmlformats.org/drawingml/2006/main">
            <a:r>
              <a:t>Atividade: Consolidar tabulação, metodologia e requisitos</a:t>
            </a:r>
          </a:p>
          <a:p xmlns:a="http://schemas.openxmlformats.org/drawingml/2006/main">
            <a:r>
              <a:t>Responsável no projeto: Pedro, com revisão da equipe.</a:t>
            </a:r>
          </a:p>
          <a:p xmlns:a="http://schemas.openxmlformats.org/drawingml/2006/main">
            <a:r>
              <a:t>Período relativo: Semanas 1 a 3.</a:t>
            </a:r>
          </a:p>
          <a:p xmlns:a="http://schemas.openxmlformats.org/drawingml/2006/main">
            <a:r>
              <a:t/>
            </a:r>
          </a:p>
          <a:p xmlns:a="http://schemas.openxmlformats.org/drawingml/2006/main">
            <a:r>
              <a:t>Registro 3</a:t>
            </a:r>
          </a:p>
          <a:p xmlns:a="http://schemas.openxmlformats.org/drawingml/2006/main">
            <a:r>
              <a:t>Atividade: Aplicar riscos e comparar alternativas</a:t>
            </a:r>
          </a:p>
          <a:p xmlns:a="http://schemas.openxmlformats.org/drawingml/2006/main">
            <a:r>
              <a:t>Responsável no projeto: Lucas, com dados técnicos e requisitos.</a:t>
            </a:r>
          </a:p>
          <a:p xmlns:a="http://schemas.openxmlformats.org/drawingml/2006/main">
            <a:r>
              <a:t>Período relativo: Semanas 3 e 4.</a:t>
            </a:r>
          </a:p>
          <a:p xmlns:a="http://schemas.openxmlformats.org/drawingml/2006/main">
            <a:r>
              <a:t/>
            </a:r>
          </a:p>
          <a:p xmlns:a="http://schemas.openxmlformats.org/drawingml/2006/main">
            <a:r>
              <a:t>Registro 4</a:t>
            </a:r>
          </a:p>
          <a:p xmlns:a="http://schemas.openxmlformats.org/drawingml/2006/main">
            <a:r>
              <a:t>Atividade: Integrar proposta de valor, recursos e responsabilidades</a:t>
            </a:r>
          </a:p>
          <a:p xmlns:a="http://schemas.openxmlformats.org/drawingml/2006/main">
            <a:r>
              <a:t>Responsável no projeto: Henrique, com contribuições da equipe.</a:t>
            </a:r>
          </a:p>
          <a:p xmlns:a="http://schemas.openxmlformats.org/drawingml/2006/main">
            <a:r>
              <a:t>Período relativo: Semanas 4 e 5.</a:t>
            </a:r>
          </a:p>
          <a:p xmlns:a="http://schemas.openxmlformats.org/drawingml/2006/main">
            <a:r>
              <a:t/>
            </a:r>
          </a:p>
          <a:p xmlns:a="http://schemas.openxmlformats.org/drawingml/2006/main">
            <a:r>
              <a:t>Registro 5</a:t>
            </a:r>
          </a:p>
          <a:p xmlns:a="http://schemas.openxmlformats.org/drawingml/2006/main">
            <a:r>
              <a:t>Atividade: Validar interpretações e revisar referências</a:t>
            </a:r>
          </a:p>
          <a:p xmlns:a="http://schemas.openxmlformats.org/drawingml/2006/main">
            <a:r>
              <a:t>Responsável no projeto: Todos, com orientador e responsáveis disponíveis.</a:t>
            </a:r>
          </a:p>
          <a:p xmlns:a="http://schemas.openxmlformats.org/drawingml/2006/main">
            <a:r>
              <a:t>Período relativo: Semana 5.</a:t>
            </a:r>
          </a:p>
          <a:p xmlns:a="http://schemas.openxmlformats.org/drawingml/2006/main">
            <a:r>
              <a:t/>
            </a:r>
          </a:p>
          <a:p xmlns:a="http://schemas.openxmlformats.org/drawingml/2006/main">
            <a:r>
              <a:t>Registro 6</a:t>
            </a:r>
          </a:p>
          <a:p xmlns:a="http://schemas.openxmlformats.org/drawingml/2006/main">
            <a:r>
              <a:t>Atividade: Revisar texto, apresentar e incorporar correções</a:t>
            </a:r>
          </a:p>
          <a:p xmlns:a="http://schemas.openxmlformats.org/drawingml/2006/main">
            <a:r>
              <a:t>Responsável no projeto: Todos.</a:t>
            </a:r>
          </a:p>
          <a:p xmlns:a="http://schemas.openxmlformats.org/drawingml/2006/main">
            <a:r>
              <a:t>Período relativo: Semana 6, ajustada ao calendário acadêmico.</a:t>
            </a:r>
          </a:p>
          <a:p xmlns:a="http://schemas.openxmlformats.org/drawingml/2006/main">
            <a:r>
              <a:t/>
            </a:r>
          </a:p>
          <a:p xmlns:a="http://schemas.openxmlformats.org/drawingml/2006/main">
            <a:r>
              <a:t>Fonte: elaboração própria como proposta de agenda.</a:t>
            </a:r>
          </a:p>
          <a:p xmlns:a="http://schemas.openxmlformats.org/drawingml/2006/main">
            <a:r>
              <a:t/>
            </a:r>
          </a:p>
          <a:p xmlns:a="http://schemas.openxmlformats.org/drawingml/2006/main">
            <a:r>
              <a:t>Uma eventual adoção técnica terá cronograma separado: sugere-se reservar uma a duas semanas para decisão e preparação, duas a quatro para homologação, duas a quatro semanas letivas para piloto e uma para avaliação. Essas janelas precisam de revisão técnica; a expansão dependerá dos resultados e de planejamento próprio.</a:t>
            </a:r>
          </a:p>
          <a:p xmlns:a="http://schemas.openxmlformats.org/drawingml/2006/main">
            <a:r>
              <a:t/>
            </a:r>
          </a:p>
          <a:p xmlns:a="http://schemas.openxmlformats.org/drawingml/2006/main">
            <a:r>
              <a:t>10 ORÇAMENTO</a:t>
            </a:r>
          </a:p>
          <a:p xmlns:a="http://schemas.openxmlformats.org/drawingml/2006/main">
            <a:r>
              <a:t/>
            </a:r>
          </a:p>
          <a:p xmlns:a="http://schemas.openxmlformats.org/drawingml/2006/main">
            <a:r>
              <a:t>10.1 RECURSOS DA PESQUISA E DA ADOÇÃO</a:t>
            </a:r>
          </a:p>
          <a:p xmlns:a="http://schemas.openxmlformats.org/drawingml/2006/main">
            <a:r>
              <a:t/>
            </a:r>
          </a:p>
          <a:p xmlns:a="http://schemas.openxmlformats.org/drawingml/2006/main">
            <a:r>
              <a:t>O orçamento deverá distinguir execução acadêmica e implantação futura. A coleta, a documentação e a revisão utilizam recursos cuja disponibilidade precisa ser confirmada. A adoção pode demandar licenças, infraestrutura, armazenamento, capacitação e atendimento. A preferência por ferramentas disponíveis e baixa manutenção, registrada nos materiais, deverá ser confirmada e tratada como restrição de decisão.</a:t>
            </a:r>
          </a:p>
          <a:p xmlns:a="http://schemas.openxmlformats.org/drawingml/2006/main">
            <a:r>
              <a:t/>
            </a:r>
          </a:p>
          <a:p xmlns:a="http://schemas.openxmlformats.org/drawingml/2006/main">
            <a:r>
              <a:t>Tabela 2 - Levantamento financeiro a completar</a:t>
            </a:r>
          </a:p>
          <a:p xmlns:a="http://schemas.openxmlformats.org/drawingml/2006/main">
            <a:r>
              <a:t/>
            </a:r>
          </a:p>
          <a:p xmlns:a="http://schemas.openxmlformats.org/drawingml/2006/main">
            <a:r>
              <a:t>Registro 1</a:t>
            </a:r>
          </a:p>
          <a:p xmlns:a="http://schemas.openxmlformats.org/drawingml/2006/main">
            <a:r>
              <a:t>Item: Materiais e serviços da pesquisa</a:t>
            </a:r>
          </a:p>
          <a:p xmlns:a="http://schemas.openxmlformats.org/drawingml/2006/main">
            <a:r>
              <a:t>Quantidade ou base: Conforme plano e recursos disponíveis.</a:t>
            </a:r>
          </a:p>
          <a:p xmlns:a="http://schemas.openxmlformats.org/drawingml/2006/main">
            <a:r>
              <a:t>Valor unitário: Não apurado.</a:t>
            </a:r>
          </a:p>
          <a:p xmlns:a="http://schemas.openxmlformats.org/drawingml/2006/main">
            <a:r>
              <a:t>Total: Não apurado.</a:t>
            </a:r>
          </a:p>
          <a:p xmlns:a="http://schemas.openxmlformats.org/drawingml/2006/main">
            <a:r>
              <a:t/>
            </a:r>
          </a:p>
          <a:p xmlns:a="http://schemas.openxmlformats.org/drawingml/2006/main">
            <a:r>
              <a:t>Registro 2</a:t>
            </a:r>
          </a:p>
          <a:p xmlns:a="http://schemas.openxmlformats.org/drawingml/2006/main">
            <a:r>
              <a:t>Item: Infraestrutura adicional</a:t>
            </a:r>
          </a:p>
          <a:p xmlns:a="http://schemas.openxmlformats.org/drawingml/2006/main">
            <a:r>
              <a:t>Quantidade ou base: Depende da alternativa e do inventário.</a:t>
            </a:r>
          </a:p>
          <a:p xmlns:a="http://schemas.openxmlformats.org/drawingml/2006/main">
            <a:r>
              <a:t>Valor unitário: Não apurado.</a:t>
            </a:r>
          </a:p>
          <a:p xmlns:a="http://schemas.openxmlformats.org/drawingml/2006/main">
            <a:r>
              <a:t>Total: Não apurado.</a:t>
            </a:r>
          </a:p>
          <a:p xmlns:a="http://schemas.openxmlformats.org/drawingml/2006/main">
            <a:r>
              <a:t/>
            </a:r>
          </a:p>
          <a:p xmlns:a="http://schemas.openxmlformats.org/drawingml/2006/main">
            <a:r>
              <a:t>Registro 3</a:t>
            </a:r>
          </a:p>
          <a:p xmlns:a="http://schemas.openxmlformats.org/drawingml/2006/main">
            <a:r>
              <a:t>Item: Licenças e serviços</a:t>
            </a:r>
          </a:p>
          <a:p xmlns:a="http://schemas.openxmlformats.org/drawingml/2006/main">
            <a:r>
              <a:t>Quantidade ou base: Conforme contratos e direitos de uso.</a:t>
            </a:r>
          </a:p>
          <a:p xmlns:a="http://schemas.openxmlformats.org/drawingml/2006/main">
            <a:r>
              <a:t>Valor unitário: Não apurado.</a:t>
            </a:r>
          </a:p>
          <a:p xmlns:a="http://schemas.openxmlformats.org/drawingml/2006/main">
            <a:r>
              <a:t>Total: Não apurado.</a:t>
            </a:r>
          </a:p>
          <a:p xmlns:a="http://schemas.openxmlformats.org/drawingml/2006/main">
            <a:r>
              <a:t/>
            </a:r>
          </a:p>
          <a:p xmlns:a="http://schemas.openxmlformats.org/drawingml/2006/main">
            <a:r>
              <a:t>Registro 4</a:t>
            </a:r>
          </a:p>
          <a:p xmlns:a="http://schemas.openxmlformats.org/drawingml/2006/main">
            <a:r>
              <a:t>Item: Armazenamento backup e recuperação</a:t>
            </a:r>
          </a:p>
          <a:p xmlns:a="http://schemas.openxmlformats.org/drawingml/2006/main">
            <a:r>
              <a:t>Quantidade ou base: Conforme capacidade e requisitos.</a:t>
            </a:r>
          </a:p>
          <a:p xmlns:a="http://schemas.openxmlformats.org/drawingml/2006/main">
            <a:r>
              <a:t>Valor unitário: Não apurado.</a:t>
            </a:r>
          </a:p>
          <a:p xmlns:a="http://schemas.openxmlformats.org/drawingml/2006/main">
            <a:r>
              <a:t>Total: Não apurado.</a:t>
            </a:r>
          </a:p>
          <a:p xmlns:a="http://schemas.openxmlformats.org/drawingml/2006/main">
            <a:r>
              <a:t/>
            </a:r>
          </a:p>
          <a:p xmlns:a="http://schemas.openxmlformats.org/drawingml/2006/main">
            <a:r>
              <a:t>Registro 5</a:t>
            </a:r>
          </a:p>
          <a:p xmlns:a="http://schemas.openxmlformats.org/drawingml/2006/main">
            <a:r>
              <a:t>Item: Capacitação e eventual apoio externo</a:t>
            </a:r>
          </a:p>
          <a:p xmlns:a="http://schemas.openxmlformats.org/drawingml/2006/main">
            <a:r>
              <a:t>Quantidade ou base: Conforme público e necessidade.</a:t>
            </a:r>
          </a:p>
          <a:p xmlns:a="http://schemas.openxmlformats.org/drawingml/2006/main">
            <a:r>
              <a:t>Valor unitário: Não apurado.</a:t>
            </a:r>
          </a:p>
          <a:p xmlns:a="http://schemas.openxmlformats.org/drawingml/2006/main">
            <a:r>
              <a:t>Total: Não apurado.</a:t>
            </a:r>
          </a:p>
          <a:p xmlns:a="http://schemas.openxmlformats.org/drawingml/2006/main">
            <a:r>
              <a:t/>
            </a:r>
          </a:p>
          <a:p xmlns:a="http://schemas.openxmlformats.org/drawingml/2006/main">
            <a:r>
              <a:t>Fonte: elaboração própria. A tabela não constitui cotação; valores desconhecidos não foram substituídos por zero.</a:t>
            </a:r>
          </a:p>
          <a:p xmlns:a="http://schemas.openxmlformats.org/drawingml/2006/main">
            <a:r>
              <a:t/>
            </a:r>
          </a:p>
          <a:p xmlns:a="http://schemas.openxmlformats.org/drawingml/2006/main">
            <a:r>
              <a:t>10.2 ESFORÇO E SUSTENTABILIDADE</a:t>
            </a:r>
          </a:p>
          <a:p xmlns:a="http://schemas.openxmlformats.org/drawingml/2006/main">
            <a:r>
              <a:t/>
            </a:r>
          </a:p>
          <a:p xmlns:a="http://schemas.openxmlformats.org/drawingml/2006/main">
            <a:r>
              <a:t>As horas internas de preparação, administração, suporte e manutenção serão registradas separadamente dos gastos financeiros. Sua conversão em valor dependerá de critério institucional, evitando contagem duplicada. A avaliação incluirá um ciclo acadêmico inicial e custos de transição ou saída, com indicação das premissas e das fontes.</a:t>
            </a:r>
          </a:p>
          <a:p xmlns:a="http://schemas.openxmlformats.org/drawingml/2006/main">
            <a:r>
              <a:t/>
            </a:r>
          </a:p>
          <a:p xmlns:a="http://schemas.openxmlformats.org/drawingml/2006/main">
            <a:r>
              <a:t>Sem inventário concluído, condições de licenciamento e estimativas de trabalho, não é possível afirmar retorno financeiro, economia percentual ou prazo de recuperação do investimento. A decisão poderá considerar benefícios acadêmicos e administrativos demonstráveis, desde que haja capacidade de manutenção e aprovação dos recursos necessários.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DE APOIO</a:t>
            </a:r>
          </a:p>
          <a:p xmlns:a="http://schemas.openxmlformats.org/drawingml/2006/main">
            <a:r>
              <a:t>A proposta espera melhorar a administração dos acessos, o histórico de atendimento e a sustentação das decisões. Os indicadores deverão medir a operação e a experiência dos usuários com bases comparáveis. É necessário separar primeiro acesso, uso habitual e causas externas. Um piloto curto não demonstra a disponibilidade de um semestre inteiro. As metas precisam de linha de base e capacidade confirmada.</a:t>
            </a:r>
          </a:p>
          <a:p xmlns:a="http://schemas.openxmlformats.org/drawingml/2006/main">
            <a:r>
              <a:t/>
            </a:r>
          </a:p>
          <a:p xmlns:a="http://schemas.openxmlformats.org/drawingml/2006/main">
            <a:r>
              <a:t>FONTE</a:t>
            </a:r>
          </a:p>
          <a:p xmlns:a="http://schemas.openxmlformats.org/drawingml/2006/main">
            <a:r>
              <a:t>Trabalho fornecido pelos autores: TG1-V1_20_paginas.pdf. As referências citadas no texto constam integralmente nas notas do slide 15.</a:t>
            </a:r>
          </a:p>
          <a:p xmlns:a="http://schemas.openxmlformats.org/drawingml/2006/main">
            <a:r>
              <a:t/>
            </a:r>
          </a:p>
          <a:p xmlns:a="http://schemas.openxmlformats.org/drawingml/2006/main">
            <a:r>
              <a:t>CONTEÚDO DE APOIO DO TRABALHO</a:t>
            </a:r>
          </a:p>
          <a:p xmlns:a="http://schemas.openxmlformats.org/drawingml/2006/main">
            <a:r>
              <a:t>8 RESULTADOS ESPERADOS E AVALIAÇÃO</a:t>
            </a:r>
          </a:p>
          <a:p xmlns:a="http://schemas.openxmlformats.org/drawingml/2006/main">
            <a:r>
              <a:t/>
            </a:r>
          </a:p>
          <a:p xmlns:a="http://schemas.openxmlformats.org/drawingml/2006/main">
            <a:r>
              <a:t>8.1 PROPOSTA DE VALOR E INDICADORES</a:t>
            </a:r>
          </a:p>
          <a:p xmlns:a="http://schemas.openxmlformats.org/drawingml/2006/main">
            <a:r>
              <a:t/>
            </a:r>
          </a:p>
          <a:p xmlns:a="http://schemas.openxmlformats.org/drawingml/2006/main">
            <a:r>
              <a:t>O valor esperado é oferecer condições mais claras para administrar o acesso e acompanhar seus efeitos sobre as atividades acadêmicas. Estudantes poderão dispor de orientação e recuperação previsíveis; docentes, de procedimentos compatíveis com as aulas; suporte, de histórico de demandas; gestores, de informações para priorizar recursos. Os efeitos dependem da implementação e da capacidade de manter os processos.</a:t>
            </a:r>
          </a:p>
          <a:p xmlns:a="http://schemas.openxmlformats.org/drawingml/2006/main">
            <a:r>
              <a:t/>
            </a:r>
          </a:p>
          <a:p xmlns:a="http://schemas.openxmlformats.org/drawingml/2006/main">
            <a:r>
              <a:t>Quadro 14 - Benefícios esperados e condições</a:t>
            </a:r>
          </a:p>
          <a:p xmlns:a="http://schemas.openxmlformats.org/drawingml/2006/main">
            <a:r>
              <a:t/>
            </a:r>
          </a:p>
          <a:p xmlns:a="http://schemas.openxmlformats.org/drawingml/2006/main">
            <a:r>
              <a:t>Registro 1</a:t>
            </a:r>
          </a:p>
          <a:p xmlns:a="http://schemas.openxmlformats.org/drawingml/2006/main">
            <a:r>
              <a:t>Benefício esperado: Melhor associação de eventos às contas</a:t>
            </a:r>
          </a:p>
          <a:p xmlns:a="http://schemas.openxmlformats.org/drawingml/2006/main">
            <a:r>
              <a:t>Medida relacionada: Identidades individuais e registros pertinentes.</a:t>
            </a:r>
          </a:p>
          <a:p xmlns:a="http://schemas.openxmlformats.org/drawingml/2006/main">
            <a:r>
              <a:t>Condição a verificar: Qualidade, preservação e limites de atribuição.</a:t>
            </a:r>
          </a:p>
          <a:p xmlns:a="http://schemas.openxmlformats.org/drawingml/2006/main">
            <a:r>
              <a:t/>
            </a:r>
          </a:p>
          <a:p xmlns:a="http://schemas.openxmlformats.org/drawingml/2006/main">
            <a:r>
              <a:t>Registro 2</a:t>
            </a:r>
          </a:p>
          <a:p xmlns:a="http://schemas.openxmlformats.org/drawingml/2006/main">
            <a:r>
              <a:t>Benefício esperado: Atualização de acessos conforme vínculo</a:t>
            </a:r>
          </a:p>
          <a:p xmlns:a="http://schemas.openxmlformats.org/drawingml/2006/main">
            <a:r>
              <a:t>Medida relacionada: Concessão, revisão e revogação.</a:t>
            </a:r>
          </a:p>
          <a:p xmlns:a="http://schemas.openxmlformats.org/drawingml/2006/main">
            <a:r>
              <a:t>Condição a verificar: Fonte institucional atualizada e procedimento executado.</a:t>
            </a:r>
          </a:p>
          <a:p xmlns:a="http://schemas.openxmlformats.org/drawingml/2006/main">
            <a:r>
              <a:t/>
            </a:r>
          </a:p>
          <a:p xmlns:a="http://schemas.openxmlformats.org/drawingml/2006/main">
            <a:r>
              <a:t>Registro 3</a:t>
            </a:r>
          </a:p>
          <a:p xmlns:a="http://schemas.openxmlformats.org/drawingml/2006/main">
            <a:r>
              <a:t>Benefício esperado: Conhecimento de problemas recorrentes</a:t>
            </a:r>
          </a:p>
          <a:p xmlns:a="http://schemas.openxmlformats.org/drawingml/2006/main">
            <a:r>
              <a:t>Medida relacionada: Canal e categorias de atendimento.</a:t>
            </a:r>
          </a:p>
          <a:p xmlns:a="http://schemas.openxmlformats.org/drawingml/2006/main">
            <a:r>
              <a:t>Condição a verificar: Utilização e registro dos atendimentos.</a:t>
            </a:r>
          </a:p>
          <a:p xmlns:a="http://schemas.openxmlformats.org/drawingml/2006/main">
            <a:r>
              <a:t/>
            </a:r>
          </a:p>
          <a:p xmlns:a="http://schemas.openxmlformats.org/drawingml/2006/main">
            <a:r>
              <a:t>Registro 4</a:t>
            </a:r>
          </a:p>
          <a:p xmlns:a="http://schemas.openxmlformats.org/drawingml/2006/main">
            <a:r>
              <a:t>Benefício esperado: Continuidade das atividades</a:t>
            </a:r>
          </a:p>
          <a:p xmlns:a="http://schemas.openxmlformats.org/drawingml/2006/main">
            <a:r>
              <a:t>Medida relacionada: Recuperação e contingência.</a:t>
            </a:r>
          </a:p>
          <a:p xmlns:a="http://schemas.openxmlformats.org/drawingml/2006/main">
            <a:r>
              <a:t>Condição a verificar: Funcionamento no horário e nas situações reais de aula.</a:t>
            </a:r>
          </a:p>
          <a:p xmlns:a="http://schemas.openxmlformats.org/drawingml/2006/main">
            <a:r>
              <a:t/>
            </a:r>
          </a:p>
          <a:p xmlns:a="http://schemas.openxmlformats.org/drawingml/2006/main">
            <a:r>
              <a:t>Registro 5</a:t>
            </a:r>
          </a:p>
          <a:p xmlns:a="http://schemas.openxmlformats.org/drawingml/2006/main">
            <a:r>
              <a:t>Benefício esperado: Sustentação de decisões futuras</a:t>
            </a:r>
          </a:p>
          <a:p xmlns:a="http://schemas.openxmlformats.org/drawingml/2006/main">
            <a:r>
              <a:t>Medida relacionada: Indicadores e revisão.</a:t>
            </a:r>
          </a:p>
          <a:p xmlns:a="http://schemas.openxmlformats.org/drawingml/2006/main">
            <a:r>
              <a:t>Condição a verificar: Bases comparáveis, responsáveis e capacidade de correção.</a:t>
            </a:r>
          </a:p>
          <a:p xmlns:a="http://schemas.openxmlformats.org/drawingml/2006/main">
            <a:r>
              <a:t/>
            </a:r>
          </a:p>
          <a:p xmlns:a="http://schemas.openxmlformats.org/drawingml/2006/main">
            <a:r>
              <a:t>Fonte: elaboração própria. São hipóteses para avaliação futura.</a:t>
            </a:r>
          </a:p>
          <a:p xmlns:a="http://schemas.openxmlformats.org/drawingml/2006/main">
            <a:r>
              <a:t/>
            </a:r>
          </a:p>
          <a:p xmlns:a="http://schemas.openxmlformats.org/drawingml/2006/main">
            <a:r>
              <a:t>Falhas de rede, equipamento ou aplicação podem continuar existindo com contas individuais. O tempo recuperado deverá ser medido quanto à causa e ao período; não equivale automaticamente a economia financeira ou melhora de aprendizagem. Efeitos sobre aprendizagem, evasão e desempenho dos cursos exigiriam outro desenho de avaliação.</a:t>
            </a:r>
          </a:p>
          <a:p xmlns:a="http://schemas.openxmlformats.org/drawingml/2006/main">
            <a:r>
              <a:t/>
            </a:r>
          </a:p>
          <a:p xmlns:a="http://schemas.openxmlformats.org/drawingml/2006/main">
            <a:r>
              <a:t>Quadro 15 - Indicadores propostos</a:t>
            </a:r>
          </a:p>
          <a:p xmlns:a="http://schemas.openxmlformats.org/drawingml/2006/main">
            <a:r>
              <a:t/>
            </a:r>
          </a:p>
          <a:p xmlns:a="http://schemas.openxmlformats.org/drawingml/2006/main">
            <a:r>
              <a:t>Registro 1</a:t>
            </a:r>
          </a:p>
          <a:p xmlns:a="http://schemas.openxmlformats.org/drawingml/2006/main">
            <a:r>
              <a:t>Indicador: Tempo de acesso</a:t>
            </a:r>
          </a:p>
          <a:p xmlns:a="http://schemas.openxmlformats.org/drawingml/2006/main">
            <a:r>
              <a:t>Apuração: Mediana e percentil 95 até disponibilidade dos recursos definidos.</a:t>
            </a:r>
          </a:p>
          <a:p xmlns:a="http://schemas.openxmlformats.org/drawingml/2006/main">
            <a:r>
              <a:t>Cuidado de interpretação: Separar primeiro acesso, uso habitual e causas externas.</a:t>
            </a:r>
          </a:p>
          <a:p xmlns:a="http://schemas.openxmlformats.org/drawingml/2006/main">
            <a:r>
              <a:t/>
            </a:r>
          </a:p>
          <a:p xmlns:a="http://schemas.openxmlformats.org/drawingml/2006/main">
            <a:r>
              <a:t>Registro 2</a:t>
            </a:r>
          </a:p>
          <a:p xmlns:a="http://schemas.openxmlformats.org/drawingml/2006/main">
            <a:r>
              <a:t>Indicador: Acessos concluídos</a:t>
            </a:r>
          </a:p>
          <a:p xmlns:a="http://schemas.openxmlformats.org/drawingml/2006/main">
            <a:r>
              <a:t>Apuração: Conclusões sobre tentativas válidas, com contagens.</a:t>
            </a:r>
          </a:p>
          <a:p xmlns:a="http://schemas.openxmlformats.org/drawingml/2006/main">
            <a:r>
              <a:t>Cuidado de interpretação: Registrar causas e tentativas repetidas.</a:t>
            </a:r>
          </a:p>
          <a:p xmlns:a="http://schemas.openxmlformats.org/drawingml/2006/main">
            <a:r>
              <a:t/>
            </a:r>
          </a:p>
          <a:p xmlns:a="http://schemas.openxmlformats.org/drawingml/2006/main">
            <a:r>
              <a:t>Registro 3</a:t>
            </a:r>
          </a:p>
          <a:p xmlns:a="http://schemas.openxmlformats.org/drawingml/2006/main">
            <a:r>
              <a:t>Indicador: Interrupções de autenticação</a:t>
            </a:r>
          </a:p>
          <a:p xmlns:a="http://schemas.openxmlformats.org/drawingml/2006/main">
            <a:r>
              <a:t>Apuração: Atividades interrompidas sobre atividades acompanhadas.</a:t>
            </a:r>
          </a:p>
          <a:p xmlns:a="http://schemas.openxmlformats.org/drawingml/2006/main">
            <a:r>
              <a:t>Cuidado de interpretação: Identificar causa e duração.</a:t>
            </a:r>
          </a:p>
          <a:p xmlns:a="http://schemas.openxmlformats.org/drawingml/2006/main">
            <a:r>
              <a:t/>
            </a:r>
          </a:p>
          <a:p xmlns:a="http://schemas.openxmlformats.org/drawingml/2006/main">
            <a:r>
              <a:t>Registro 4</a:t>
            </a:r>
          </a:p>
          <a:p xmlns:a="http://schemas.openxmlformats.org/drawingml/2006/main">
            <a:r>
              <a:t>Indicador: Recuperação</a:t>
            </a:r>
          </a:p>
          <a:p xmlns:a="http://schemas.openxmlformats.org/drawingml/2006/main">
            <a:r>
              <a:t>Apuração: Tempo entre solicitação e recuperação, incluindo casos abertos.</a:t>
            </a:r>
          </a:p>
          <a:p xmlns:a="http://schemas.openxmlformats.org/drawingml/2006/main">
            <a:r>
              <a:t>Cuidado de interpretação: Definir horário e esforço de atendimento.</a:t>
            </a:r>
          </a:p>
          <a:p xmlns:a="http://schemas.openxmlformats.org/drawingml/2006/main">
            <a:r>
              <a:t/>
            </a:r>
          </a:p>
          <a:p xmlns:a="http://schemas.openxmlformats.org/drawingml/2006/main">
            <a:r>
              <a:t>Registro 5</a:t>
            </a:r>
          </a:p>
          <a:p xmlns:a="http://schemas.openxmlformats.org/drawingml/2006/main">
            <a:r>
              <a:t>Indicador: Revogação no prazo</a:t>
            </a:r>
          </a:p>
          <a:p xmlns:a="http://schemas.openxmlformats.org/drawingml/2006/main">
            <a:r>
              <a:t>Apuração: Revogações concluídas sobre revogações devidas.</a:t>
            </a:r>
          </a:p>
          <a:p xmlns:a="http://schemas.openxmlformats.org/drawingml/2006/main">
            <a:r>
              <a:t>Cuidado de interpretação: Verificar comunicação e regra aprovada.</a:t>
            </a:r>
          </a:p>
          <a:p xmlns:a="http://schemas.openxmlformats.org/drawingml/2006/main">
            <a:r>
              <a:t/>
            </a:r>
          </a:p>
          <a:p xmlns:a="http://schemas.openxmlformats.org/drawingml/2006/main">
            <a:r>
              <a:t>Registro 6</a:t>
            </a:r>
          </a:p>
          <a:p xmlns:a="http://schemas.openxmlformats.org/drawingml/2006/main">
            <a:r>
              <a:t>Indicador: Registros úteis</a:t>
            </a:r>
          </a:p>
          <a:p xmlns:a="http://schemas.openxmlformats.org/drawingml/2006/main">
            <a:r>
              <a:t>Apuração: Sessões da amostra com campos necessários preservados.</a:t>
            </a:r>
          </a:p>
          <a:p xmlns:a="http://schemas.openxmlformats.org/drawingml/2006/main">
            <a:r>
              <a:t>Cuidado de interpretação: Examinar qualidade sem coleta excessiva.</a:t>
            </a:r>
          </a:p>
          <a:p xmlns:a="http://schemas.openxmlformats.org/drawingml/2006/main">
            <a:r>
              <a:t/>
            </a:r>
          </a:p>
          <a:p xmlns:a="http://schemas.openxmlformats.org/drawingml/2006/main">
            <a:r>
              <a:t>Registro 7</a:t>
            </a:r>
          </a:p>
          <a:p xmlns:a="http://schemas.openxmlformats.org/drawingml/2006/main">
            <a:r>
              <a:t>Indicador: Disponibilidade</a:t>
            </a:r>
          </a:p>
          <a:p xmlns:a="http://schemas.openxmlformats.org/drawingml/2006/main">
            <a:r>
              <a:t>Apuração: Tempo elegível menos indisponibilidade, sobre tempo elegível.</a:t>
            </a:r>
          </a:p>
          <a:p xmlns:a="http://schemas.openxmlformats.org/drawingml/2006/main">
            <a:r>
              <a:t>Cuidado de interpretação: Definir janela, manutenção e falhas parciais.</a:t>
            </a:r>
          </a:p>
          <a:p xmlns:a="http://schemas.openxmlformats.org/drawingml/2006/main">
            <a:r>
              <a:t/>
            </a:r>
          </a:p>
          <a:p xmlns:a="http://schemas.openxmlformats.org/drawingml/2006/main">
            <a:r>
              <a:t>Registro 8</a:t>
            </a:r>
          </a:p>
          <a:p xmlns:a="http://schemas.openxmlformats.org/drawingml/2006/main">
            <a:r>
              <a:t>Indicador: Esforço e percepção</a:t>
            </a:r>
          </a:p>
          <a:p xmlns:a="http://schemas.openxmlformats.org/drawingml/2006/main">
            <a:r>
              <a:t>Apuração: Horas por categoria e respostas de usuários.</a:t>
            </a:r>
          </a:p>
          <a:p xmlns:a="http://schemas.openxmlformats.org/drawingml/2006/main">
            <a:r>
              <a:t>Cuidado de interpretação: Informar volume, participantes e divergências.</a:t>
            </a:r>
          </a:p>
          <a:p xmlns:a="http://schemas.openxmlformats.org/drawingml/2006/main">
            <a:r>
              <a:t/>
            </a:r>
          </a:p>
          <a:p xmlns:a="http://schemas.openxmlformats.org/drawingml/2006/main">
            <a:r>
              <a:t>Fonte: elaboração própria. Razões poderão ser apresentadas em percentual com base e período informados.</a:t>
            </a:r>
          </a:p>
          <a:p xmlns:a="http://schemas.openxmlformats.org/drawingml/2006/main">
            <a:r>
              <a:t/>
            </a:r>
          </a:p>
          <a:p xmlns:a="http://schemas.openxmlformats.org/drawingml/2006/main">
            <a:r>
              <a:t>As metas serão definidas antes da avaliação com linha de base, requisitos e capacidade confirmada. Amostras pequenas exigem apresentar casos e quantidade de medições; um piloto curto não demonstra disponibilidade de um semestre inteiro. Indicadores sem ocorrências serão registrados como não aplicáveis, sem taxa artificial de sucesso.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DE APOIO</a:t>
            </a:r>
          </a:p>
          <a:p xmlns:a="http://schemas.openxmlformats.org/drawingml/2006/main">
            <a:r>
              <a:t>A contribuição do TG I é organizar critérios e evidências para a decisão institucional. Uma melhoria precisa caber nos recursos e na capacidade de manutenção. O trabalho ainda não apresenta resultados de implantação e mantém entregas pendentes. Se a instituição autorizar a execução, um piloto deverá verificar benefícios, carga de suporte e proteção das informações, permitindo rever a proposta.</a:t>
            </a:r>
          </a:p>
          <a:p xmlns:a="http://schemas.openxmlformats.org/drawingml/2006/main">
            <a:r>
              <a:t/>
            </a:r>
          </a:p>
          <a:p xmlns:a="http://schemas.openxmlformats.org/drawingml/2006/main">
            <a:r>
              <a:t>MATERIAL DE APOIO DOS TEMAS REUNIDOS</a:t>
            </a:r>
          </a:p>
          <a:p xmlns:a="http://schemas.openxmlformats.org/drawingml/2006/main">
            <a:r>
              <a:t/>
            </a:r>
          </a:p>
          <a:p xmlns:a="http://schemas.openxmlformats.org/drawingml/2006/main">
            <a:r>
              <a:t>FALA DE APOIO</a:t>
            </a:r>
          </a:p>
          <a:p xmlns:a="http://schemas.openxmlformats.org/drawingml/2006/main">
            <a:r>
              <a:t>O TG I organiza a pesquisa, mas ainda não apresenta resultados de implantação. Permanecem pendentes o inventário, a confirmação dos controles, as bases da tabulação e a aplicação da matriz de riscos. A comparação das alternativas também precisa de evidências. Os resultados serão limitados ao ambiente e aos participantes abrangidos. Essa delimitação protege a interpretação das conclusões.</a:t>
            </a:r>
          </a:p>
          <a:p xmlns:a="http://schemas.openxmlformats.org/drawingml/2006/main">
            <a:r>
              <a:t/>
            </a:r>
          </a:p>
          <a:p xmlns:a="http://schemas.openxmlformats.org/drawingml/2006/main">
            <a:r>
              <a:t>FONTE</a:t>
            </a:r>
          </a:p>
          <a:p xmlns:a="http://schemas.openxmlformats.org/drawingml/2006/main">
            <a:r>
              <a:t>Trabalho fornecido pelos autores: TG1-V1_20_paginas.pdf. As referências citadas no texto constam integralmente nas notas do slide 15.</a:t>
            </a:r>
          </a:p>
          <a:p xmlns:a="http://schemas.openxmlformats.org/drawingml/2006/main">
            <a:r>
              <a:t/>
            </a:r>
          </a:p>
          <a:p xmlns:a="http://schemas.openxmlformats.org/drawingml/2006/main">
            <a:r>
              <a:t>CONTEÚDO DE APOIO DO TRABALHO</a:t>
            </a:r>
          </a:p>
          <a:p xmlns:a="http://schemas.openxmlformats.org/drawingml/2006/main">
            <a:r>
              <a:t>8.2 LIMITAÇÕES E CONTINUIDADE</a:t>
            </a:r>
          </a:p>
          <a:p xmlns:a="http://schemas.openxmlformats.org/drawingml/2006/main">
            <a:r>
              <a:t/>
            </a:r>
          </a:p>
          <a:p xmlns:a="http://schemas.openxmlformats.org/drawingml/2006/main">
            <a:r>
              <a:t>A adoção será defensável se tratar limitações documentadas, atender requisitos indispensáveis e apresentar operação compatível com recursos e equipe. A justificativa deverá explicar benefícios, esforço, dependências e riscos remanescentes. A comparação poderá recomendar medidas de processo antes de uma arquitetura maior, se essa conclusão decorrer das evidências.</a:t>
            </a:r>
          </a:p>
          <a:p xmlns:a="http://schemas.openxmlformats.org/drawingml/2006/main">
            <a:r>
              <a:t/>
            </a:r>
          </a:p>
          <a:p xmlns:a="http://schemas.openxmlformats.org/drawingml/2006/main">
            <a:r>
              <a:t>Nesta etapa, não existem resultados de implantação ou comprovação de redução de incidentes. Permanecem pendentes inventário e controles, bases da tabulação, requisitos de segurança e privacidade completos, matriz de riscos aplicada e comparação fundamentada. A revisão deverá preservar a diferença entre observação, relato, hipótese e resultado futuro, inclusive quando as fontes divergirem.</a:t>
            </a:r>
          </a:p>
          <a:p xmlns:a="http://schemas.openxmlformats.org/drawingml/2006/main">
            <a:r>
              <a:t/>
            </a:r>
          </a:p>
          <a:p xmlns:a="http://schemas.openxmlformats.org/drawingml/2006/main">
            <a:r>
              <a:t>FALA DE APOIO</a:t>
            </a:r>
          </a:p>
          <a:p xmlns:a="http://schemas.openxmlformats.org/drawingml/2006/main">
            <a:r>
              <a:t>A principal contribuição é relacionar a necessidade acadêmica a critérios de decisão, responsabilidades e acompanhamento. Uma proposta defensável precisa tratar limitações documentadas e caber nos recursos e na equipe. A comparação pode indicar melhorias de processo antes de uma arquitetura maior. Se a instituição autorizar a execução, um piloto deverá verificar benefícios e rever a proposta com base no suporte e na proteção das informações.</a:t>
            </a:r>
          </a:p>
          <a:p xmlns:a="http://schemas.openxmlformats.org/drawingml/2006/main">
            <a:r>
              <a:t/>
            </a:r>
          </a:p>
          <a:p xmlns:a="http://schemas.openxmlformats.org/drawingml/2006/main">
            <a:r>
              <a:t>FONTE</a:t>
            </a:r>
          </a:p>
          <a:p xmlns:a="http://schemas.openxmlformats.org/drawingml/2006/main">
            <a:r>
              <a:t>Trabalho fornecido pelos autores: TG1-V1_20_paginas.pdf. As referências citadas no texto constam integralmente nas notas do slide 15.</a:t>
            </a:r>
          </a:p>
          <a:p xmlns:a="http://schemas.openxmlformats.org/drawingml/2006/main">
            <a:r>
              <a:t/>
            </a:r>
          </a:p>
          <a:p xmlns:a="http://schemas.openxmlformats.org/drawingml/2006/main">
            <a:r>
              <a:t>CONTEÚDO DE APOIO DO TRABALHO</a:t>
            </a:r>
          </a:p>
          <a:p xmlns:a="http://schemas.openxmlformats.org/drawingml/2006/main">
            <a:r>
              <a:t>A contribuição da governança é relacionar necessidades acadêmicas a critérios de decisão, responsáveis e acompanhamento. O projeto oferece uma base para concluir essas análises e preparar uma decisão institucional. Se autorizada, a execução futura deverá verificar os benefícios e rever a proposta conforme dificuldades dos usuários, carga de suporte e proteção de informações.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DE APOIO</a:t>
            </a:r>
          </a:p>
          <a:p xmlns:a="http://schemas.openxmlformats.org/drawingml/2006/main">
            <a:r>
              <a:t>As referências reúnem documentos institucionais, referenciais de governança e riscos, orientações de proteção de dados e documentação técnica. Os registros completos e o roteiro de coleta de estudantes aparecem no material de apoio deste slide. Durante a discussão, as respostas devem manter os limites entre evidência, hipótese e resultado futuro.</a:t>
            </a:r>
          </a:p>
          <a:p xmlns:a="http://schemas.openxmlformats.org/drawingml/2006/main">
            <a:r>
              <a:t/>
            </a:r>
          </a:p>
          <a:p xmlns:a="http://schemas.openxmlformats.org/drawingml/2006/main">
            <a:r>
              <a:t>FONTE</a:t>
            </a:r>
          </a:p>
          <a:p xmlns:a="http://schemas.openxmlformats.org/drawingml/2006/main">
            <a:r>
              <a:t>Trabalho fornecido pelos autores: TG1-V1_20_paginas.pdf. As referências citadas no texto constam integralmente nas notas do slide 15.</a:t>
            </a:r>
          </a:p>
          <a:p xmlns:a="http://schemas.openxmlformats.org/drawingml/2006/main">
            <a:r>
              <a:t/>
            </a:r>
          </a:p>
          <a:p xmlns:a="http://schemas.openxmlformats.org/drawingml/2006/main">
            <a:r>
              <a:t>CONTEÚDO DE APOIO DO TRABALHO</a:t>
            </a:r>
          </a:p>
          <a:p xmlns:a="http://schemas.openxmlformats.org/drawingml/2006/main">
            <a:r>
              <a:t>REFERÊNCIAS</a:t>
            </a:r>
          </a:p>
          <a:p xmlns:a="http://schemas.openxmlformats.org/drawingml/2006/main">
            <a:r>
              <a:t/>
            </a:r>
          </a:p>
          <a:p xmlns:a="http://schemas.openxmlformats.org/drawingml/2006/main">
            <a:r>
              <a:t>ASSOCIAÇÃO BRASILEIRA DE NORMAS TÉCNICAS (ABNT). ABNT NBR ISO/IEC 27001:2022: segurança da informação, segurança cibernética e proteção à privacidade - Sistemas de gestão da segurança da informação - Requisitos. Rio de Janeiro: ABNT, 2022. Versão corrigida em 31 mar. 2023. Disponível para consulta em: https://www.educacao.pr.gov.br/sites/default/arquivos_restritos/files/documento/2025-08/sd_iso_27001_sistema_gestao_seguranca_informacao.pdf. Acesso em: 13 out. 2026.</a:t>
            </a:r>
          </a:p>
          <a:p xmlns:a="http://schemas.openxmlformats.org/drawingml/2006/main">
            <a:r>
              <a:t/>
            </a:r>
          </a:p>
          <a:p xmlns:a="http://schemas.openxmlformats.org/drawingml/2006/main">
            <a:r>
              <a:t>AUTORIDADE NACIONAL DE PROTEÇÃO DE DADOS (ANPD). Guia orientativo: tratamento de dados pessoais para fins acadêmicos e para a realização de estudos e pesquisas. Versão 1.0. Brasília, DF: ANPD, 2023. Disponível em: https://www.gov.br/anpd/pt-br/centrais-de-conteudo/materiais-educativos-e-publicacoes/guia-orientativo-tratamento-de-dados-pessoais-para-fins-academicos-e-para-a-realizacao-de-estudos-e-pesquisas. Acesso em: 13 out. 2026.</a:t>
            </a:r>
          </a:p>
          <a:p xmlns:a="http://schemas.openxmlformats.org/drawingml/2006/main">
            <a:r>
              <a:t/>
            </a:r>
          </a:p>
          <a:p xmlns:a="http://schemas.openxmlformats.org/drawingml/2006/main">
            <a:r>
              <a:t>BRASIL. Lei nº 13.709, de 14 de agosto de 2018. Lei Geral de Proteção de Dados Pessoais. Brasília, DF: Presidência da República, 2018. Texto compilado. Disponível em: https://www.planalto.gov.br/ccivil_03/_ato2015-2018/2018/lei/l13709compilado.htm. Acesso em: 13 out. 2026.</a:t>
            </a:r>
          </a:p>
          <a:p xmlns:a="http://schemas.openxmlformats.org/drawingml/2006/main">
            <a:r>
              <a:t/>
            </a:r>
          </a:p>
          <a:p xmlns:a="http://schemas.openxmlformats.org/drawingml/2006/main">
            <a:r>
              <a:t>BRASIL. Ministério do Planejamento, Desenvolvimento e Gestão. Secretaria de Tecnologia da Informação e Comunicação. Guia de Governança de TIC do SISP. Versão 2.0. Brasília, DF: Ministério do Planejamento, Desenvolvimento e Gestão, 2017. Disponível em: https://www.gov.br/governodigital/pt-br/estrategias-e-governanca-digital/sisp/documentos/arquivos/guia_de_governanca_de_tic_do_sisp_v_2-0.pdf. Acesso em: 13 out. 2026.</a:t>
            </a:r>
          </a:p>
          <a:p xmlns:a="http://schemas.openxmlformats.org/drawingml/2006/main">
            <a:r>
              <a:t/>
            </a:r>
          </a:p>
          <a:p xmlns:a="http://schemas.openxmlformats.org/drawingml/2006/main">
            <a:r>
              <a:t>CARDOSO, Jefferson Dias. IA generativa em ambientes corporativos: análise dos riscos de segurança e governança. 2025. 62 f. Trabalho de Conclusão de Curso (Graduação em Sistemas de Informação) - Universidade Federal de Uberlândia, Monte Carmelo, 2025. Disponível em: https://repositorio.ufu.br/handle/123456789/45935. Acesso em: 13 out. 2026.</a:t>
            </a:r>
          </a:p>
          <a:p xmlns:a="http://schemas.openxmlformats.org/drawingml/2006/main">
            <a:r>
              <a:t/>
            </a:r>
          </a:p>
          <a:p xmlns:a="http://schemas.openxmlformats.org/drawingml/2006/main">
            <a:r>
              <a:t>FATEC BARUERI. Comissão Própria de Avaliação. Relatório de Autoavaliação Institucional da Fatec 2024 integral. Barueri: Fatec Barueri, 2024. Disponível em: https://fatecbarueri.edu.br/home/wp-content/uploads/2025/12/Relatorio-CPA-2024-Fatec-Barueri-Versao-Final-para-o-site-FATEC.pdf. Acesso em: 13 out. 2026.</a:t>
            </a:r>
          </a:p>
          <a:p xmlns:a="http://schemas.openxmlformats.org/drawingml/2006/main">
            <a:r>
              <a:t/>
            </a:r>
          </a:p>
          <a:p xmlns:a="http://schemas.openxmlformats.org/drawingml/2006/main">
            <a:r>
              <a:t>FATEC BARUERI. Manual para elaboração de trabalhos acadêmico-científicos: projeto de pesquisa, artigo científico, monografia, relato de experiência e plano de negócio. Barueri: Fatec Barueri, 2025a. Disponível em: https://fatecbarueri.edu.br/home/wp-content/uploads/2025/08/TG_Manual-Para-Elaboracao-de-Trabalhos-Academico-Cientificos-versao-2025.pdf. Acesso em: 13 out. 2026.</a:t>
            </a:r>
          </a:p>
          <a:p xmlns:a="http://schemas.openxmlformats.org/drawingml/2006/main">
            <a:r>
              <a:t/>
            </a:r>
          </a:p>
          <a:p xmlns:a="http://schemas.openxmlformats.org/drawingml/2006/main">
            <a:r>
              <a:t>FATEC BARUERI. Portaria da Direção nº 80 de 2025. Regulamenta as atividades de Trabalho de Graduação. Barueri: Fatec Barueri, 2025b. Disponível em: https://fatecbarueri.edu.br/home/wp-content/uploads/2025/07/Portaria-da-Direcao-no-80_2025-Regulamenta-as-atividadades-de-TG.pdf. Acesso em: 13 out. 2026.</a:t>
            </a:r>
          </a:p>
          <a:p xmlns:a="http://schemas.openxmlformats.org/drawingml/2006/main">
            <a:r>
              <a:t/>
            </a:r>
          </a:p>
          <a:p xmlns:a="http://schemas.openxmlformats.org/drawingml/2006/main">
            <a:r>
              <a:t>FATEC BARUERI. Comissão Própria de Avaliação CPA. Barueri: Fatec Barueri, [s. d.]a. Disponível em: https://fatecbarueri.edu.br/home/comissao-propria-de-avaliacao-cpa/. Acesso em: 13 out. 2026.</a:t>
            </a:r>
          </a:p>
          <a:p xmlns:a="http://schemas.openxmlformats.org/drawingml/2006/main">
            <a:r>
              <a:t/>
            </a:r>
          </a:p>
          <a:p xmlns:a="http://schemas.openxmlformats.org/drawingml/2006/main">
            <a:r>
              <a:t>FATEC BARUERI. Estrutura organizacional. Barueri: Fatec Barueri, [s. d.]b. Disponível em: https://fatecbarueri.edu.br/home/estrutura-organizacional/. Acesso em: 13 out. 2026.</a:t>
            </a:r>
          </a:p>
          <a:p xmlns:a="http://schemas.openxmlformats.org/drawingml/2006/main">
            <a:r>
              <a:t/>
            </a:r>
          </a:p>
          <a:p xmlns:a="http://schemas.openxmlformats.org/drawingml/2006/main">
            <a:r>
              <a:t>GLPI. Inventory. GLPI Documentation, [s. d.]a. Disponível em: https://help.glpi-project.org/faq/glpi/inventory. Acesso em: 13 out. 2026.</a:t>
            </a:r>
          </a:p>
          <a:p xmlns:a="http://schemas.openxmlformats.org/drawingml/2006/main">
            <a:r>
              <a:t/>
            </a:r>
          </a:p>
          <a:p xmlns:a="http://schemas.openxmlformats.org/drawingml/2006/main">
            <a:r>
              <a:t>GLPI. LDAP directories. GLPI Documentation, [s. d.]b. Disponível em: https://help.glpi-project.org/documentation/modules/configuration/authentication/ldap. Acesso em: 13 out. 2026.</a:t>
            </a:r>
          </a:p>
          <a:p xmlns:a="http://schemas.openxmlformats.org/drawingml/2006/main">
            <a:r>
              <a:t/>
            </a:r>
          </a:p>
          <a:p xmlns:a="http://schemas.openxmlformats.org/drawingml/2006/main">
            <a:r>
              <a:t>GLPI. Other authentication methods. GLPI Documentation, [s. d.]c. Disponível em: https://help.glpi-project.org/documentation/modules/configuration/authentication/other. Acesso em: 13 out. 2026.</a:t>
            </a:r>
          </a:p>
          <a:p xmlns:a="http://schemas.openxmlformats.org/drawingml/2006/main">
            <a:r>
              <a:t/>
            </a:r>
          </a:p>
          <a:p xmlns:a="http://schemas.openxmlformats.org/drawingml/2006/main">
            <a:r>
              <a:t>HENRIQUE, Alexandre. Governança de segurança da informação para defesa cibernética da Administração Pública Federal. 2012. Trabalho de Conclusão de Curso (Graduação em Sistemas de Informação) - Centro Tecnológico, Universidade Federal de Santa Catarina, Florianópolis, 2012. Disponível em: https://repositorio.ufsc.br/handle/123456789/184623. Acesso em: 13 out. 2026.</a:t>
            </a:r>
          </a:p>
          <a:p xmlns:a="http://schemas.openxmlformats.org/drawingml/2006/main">
            <a:r>
              <a:t/>
            </a:r>
          </a:p>
          <a:p xmlns:a="http://schemas.openxmlformats.org/drawingml/2006/main">
            <a:r>
              <a:t>ISACA. COBIT: governance and management of enterprise information and technology. [S. l.]: ISACA, [s. d.]. Disponível em: https://www.isaca.org/resources/cobit. Acesso em: 13 out. 2026.</a:t>
            </a:r>
          </a:p>
          <a:p xmlns:a="http://schemas.openxmlformats.org/drawingml/2006/main">
            <a:r>
              <a:t/>
            </a:r>
          </a:p>
          <a:p xmlns:a="http://schemas.openxmlformats.org/drawingml/2006/main">
            <a:r>
              <a:t>ISACA. Leveraging COBIT for effective AI system governance. [S. l.]: ISACA, 31 jan. 2025. Disponível em: https://www.isaca.org/resources/white-papers/2025/leveraging-cobit-for-effective-ai-system-governance. Acesso em: 13 out. 2026.</a:t>
            </a:r>
          </a:p>
          <a:p xmlns:a="http://schemas.openxmlformats.org/drawingml/2006/main">
            <a:r>
              <a:t/>
            </a:r>
          </a:p>
          <a:p xmlns:a="http://schemas.openxmlformats.org/drawingml/2006/main">
            <a:r>
              <a:t>KADAM, Avinash. Evaluating business service continuity and availability using COBIT 2019. ISACA, 1 jun. 2020. Disponível em: https://www.isaca.org/resources/news-and-trends/industry-news/2020/evaluating-business-service-continuity-and-availability-using-cobit-2019. Acesso em: 13 out. 2026.</a:t>
            </a:r>
          </a:p>
          <a:p xmlns:a="http://schemas.openxmlformats.org/drawingml/2006/main">
            <a:r>
              <a:t/>
            </a:r>
          </a:p>
          <a:p xmlns:a="http://schemas.openxmlformats.org/drawingml/2006/main">
            <a:r>
              <a:t>MICROSOFT. Active Directory Domain Services overview. Microsoft Learn, [s. d.]a. Disponível em: https://learn.microsoft.com/en-us/windows-server/identity/ad-ds/get-started/virtual-dc/active-directory-domain-services-overview. Acesso em: 13 out. 2026.</a:t>
            </a:r>
          </a:p>
          <a:p xmlns:a="http://schemas.openxmlformats.org/drawingml/2006/main">
            <a:r>
              <a:t/>
            </a:r>
          </a:p>
          <a:p xmlns:a="http://schemas.openxmlformats.org/drawingml/2006/main">
            <a:r>
              <a:t>MICROSOFT. Audit logon events. Microsoft Learn, [s. d.]b. Disponível em: https://learn.microsoft.com/en-us/windows/security/threat-protection/auditing/basic-audit-logon-events. Acesso em: 13 out. 2026.</a:t>
            </a:r>
          </a:p>
          <a:p xmlns:a="http://schemas.openxmlformats.org/drawingml/2006/main">
            <a:r>
              <a:t/>
            </a:r>
          </a:p>
          <a:p xmlns:a="http://schemas.openxmlformats.org/drawingml/2006/main">
            <a:r>
              <a:t>MICROSOFT. Basic security audit policy settings. Microsoft Learn, [s. d.]c. Disponível em: https://learn.microsoft.com/en-us/windows/security/threat-protection/auditing/basic-security-audit-policy-settings. Acesso em: 13 out. 2026.</a:t>
            </a:r>
          </a:p>
          <a:p xmlns:a="http://schemas.openxmlformats.org/drawingml/2006/main">
            <a:r>
              <a:t/>
            </a:r>
          </a:p>
          <a:p xmlns:a="http://schemas.openxmlformats.org/drawingml/2006/main">
            <a:r>
              <a:t>MICROSOFT. What is a Microsoft Entra joined device. Microsoft Learn, [s. d.]d. Disponível em: https://learn.microsoft.com/en-us/entra/identity/devices/concept-directory-join. Acesso em: 13 out. 2026.</a:t>
            </a:r>
          </a:p>
          <a:p xmlns:a="http://schemas.openxmlformats.org/drawingml/2006/main">
            <a:r>
              <a:t/>
            </a:r>
          </a:p>
          <a:p xmlns:a="http://schemas.openxmlformats.org/drawingml/2006/main">
            <a:r>
              <a:t>MICROSOFT. Windows security documentation. Microsoft Learn, [s. d.]e. Disponível em: https://learn.microsoft.com/en-us/windows/security/. Acesso em: 13 out. 2026.</a:t>
            </a:r>
          </a:p>
          <a:p xmlns:a="http://schemas.openxmlformats.org/drawingml/2006/main">
            <a:r>
              <a:t/>
            </a:r>
          </a:p>
          <a:p xmlns:a="http://schemas.openxmlformats.org/drawingml/2006/main">
            <a:r>
              <a:t>NATIONAL INSTITUTE OF STANDARDS AND TECHNOLOGY (NIST). Guide for Conducting Risk Assessments. NIST Special Publication 800-30 Rev. 1. Gaithersburg: NIST, 2012. Disponível em: https://csrc.nist.gov/pubs/sp/800/30/r1/final. Acesso em: 13 out. 2026.</a:t>
            </a:r>
          </a:p>
          <a:p xmlns:a="http://schemas.openxmlformats.org/drawingml/2006/main">
            <a:r>
              <a:t/>
            </a:r>
          </a:p>
          <a:p xmlns:a="http://schemas.openxmlformats.org/drawingml/2006/main">
            <a:r>
              <a:t>NATIONAL INSTITUTE OF STANDARDS AND TECHNOLOGY (NIST). Artificial Intelligence Risk Management Framework AI RMF 1.0. NIST AI 100-1. Gaithersburg: NIST, 2023. DOI: 10.6028/NIST.AI.100-1. Disponível em: https://doi.org/10.6028/NIST.AI.100-1. Acesso em: 13 out. 2026.</a:t>
            </a:r>
          </a:p>
          <a:p xmlns:a="http://schemas.openxmlformats.org/drawingml/2006/main">
            <a:r>
              <a:t/>
            </a:r>
          </a:p>
          <a:p xmlns:a="http://schemas.openxmlformats.org/drawingml/2006/main">
            <a:r>
              <a:t>NATIONAL INSTITUTE OF STANDARDS AND TECHNOLOGY (NIST). Digital Identity Guidelines. NIST Special Publication 800-63-4. Gaithersburg: NIST, 2025a. Disponível em: https://csrc.nist.gov/pubs/sp/800/63/4/final. Acesso em: 13 out. 2026.</a:t>
            </a:r>
          </a:p>
          <a:p xmlns:a="http://schemas.openxmlformats.org/drawingml/2006/main">
            <a:r>
              <a:t/>
            </a:r>
          </a:p>
          <a:p xmlns:a="http://schemas.openxmlformats.org/drawingml/2006/main">
            <a:r>
              <a:t>NATIONAL INSTITUTE OF STANDARDS AND TECHNOLOGY (NIST). Digital Identity Guidelines: authentication and authenticator management. NIST Special Publication 800-63B-4. Gaithersburg: NIST, 2025b. Disponível em: https://csrc.nist.gov/pubs/sp/800/63/b/4/final. Acesso em: 13 out. 2026.</a:t>
            </a:r>
          </a:p>
          <a:p xmlns:a="http://schemas.openxmlformats.org/drawingml/2006/main">
            <a:r>
              <a:t/>
            </a:r>
          </a:p>
          <a:p xmlns:a="http://schemas.openxmlformats.org/drawingml/2006/main">
            <a:r>
              <a:t>RIBEIRO, Pedro Henrique Fernandes. Implementação da ITIL e COBIT como estratégias para melhoria da gestão de serviços de TI. 2024. 16 f. Trabalho de Conclusão de Curso (Bacharelado em Engenharia de Computação) - Escola de Engenharia Elétrica, Mecânica e de Computação, Universidade Federal de Goiás, Goiânia, 2024. Disponível em: https://repositorio.bc.ufg.br/items/dd1b3615-72f3-4fa3-b861-abcf2684c28d. Acesso em: 13 out. 2026.</a:t>
            </a:r>
          </a:p>
          <a:p xmlns:a="http://schemas.openxmlformats.org/drawingml/2006/main">
            <a:r>
              <a:t/>
            </a:r>
          </a:p>
          <a:p xmlns:a="http://schemas.openxmlformats.org/drawingml/2006/main">
            <a:r>
              <a:t>SILVA, Beatriz Stephany Carvalho da. Proteção de dados e autonomia da vontade: uma análise das políticas de privacidade e dos termos de uso de modelos de inteligência artificial à luz do ordenamento brasileiro. 2025. 82 f. Trabalho de Conclusão de Curso (Bacharelado em Direito) - Faculdade de Direito, Universidade de Brasília, Brasília, 2025. Disponível em: https://bdm.unb.br/handle/10483/41898. Acesso em: 13 out. 2026.</a:t>
            </a:r>
          </a:p>
          <a:p xmlns:a="http://schemas.openxmlformats.org/drawingml/2006/main">
            <a:r>
              <a:t/>
            </a:r>
          </a:p>
          <a:p xmlns:a="http://schemas.openxmlformats.org/drawingml/2006/main">
            <a:r>
              <a:t>APÊNDICE A - ROTEIRO DOS ESTUDANTES</a:t>
            </a:r>
          </a:p>
          <a:p xmlns:a="http://schemas.openxmlformats.org/drawingml/2006/main">
            <a:r>
              <a:t/>
            </a:r>
          </a:p>
          <a:p xmlns:a="http://schemas.openxmlformats.org/drawingml/2006/main">
            <a:r>
              <a:t>Objetivo</a:t>
            </a:r>
          </a:p>
          <a:p xmlns:a="http://schemas.openxmlformats.org/drawingml/2006/main">
            <a:r>
              <a:t/>
            </a:r>
          </a:p>
          <a:p xmlns:a="http://schemas.openxmlformats.org/drawingml/2006/main">
            <a:r>
              <a:t>Compreender a experiência dos estudantes durante a utilização dos laboratórios e identificar dificuldades que possam não aparecer nos registros técnicos.</a:t>
            </a:r>
          </a:p>
          <a:p xmlns:a="http://schemas.openxmlformats.org/drawingml/2006/main">
            <a:r>
              <a:t/>
            </a:r>
          </a:p>
          <a:p xmlns:a="http://schemas.openxmlformats.org/drawingml/2006/main">
            <a:r>
              <a:t>Perguntas</a:t>
            </a:r>
          </a:p>
          <a:p xmlns:a="http://schemas.openxmlformats.org/drawingml/2006/main">
            <a:r>
              <a:t/>
            </a:r>
          </a:p>
          <a:p xmlns:a="http://schemas.openxmlformats.org/drawingml/2006/main">
            <a:r>
              <a:t>1. Como você normalmente acessa os computadores dos laboratórios?</a:t>
            </a:r>
          </a:p>
          <a:p xmlns:a="http://schemas.openxmlformats.org/drawingml/2006/main">
            <a:r>
              <a:t/>
            </a:r>
          </a:p>
          <a:p xmlns:a="http://schemas.openxmlformats.org/drawingml/2006/main">
            <a:r>
              <a:t>2. Você já encontrou alguma dificuldade ou problema durante esse processo? Qual?</a:t>
            </a:r>
          </a:p>
          <a:p xmlns:a="http://schemas.openxmlformats.org/drawingml/2006/main">
            <a:r>
              <a:t/>
            </a:r>
          </a:p>
          <a:p xmlns:a="http://schemas.openxmlformats.org/drawingml/2006/main">
            <a:r>
              <a:t>3. Você já encontrou arquivos, configurações ou informações deixadas por outro usuário no computador?</a:t>
            </a:r>
          </a:p>
          <a:p xmlns:a="http://schemas.openxmlformats.org/drawingml/2006/main">
            <a:r>
              <a:t/>
            </a:r>
          </a:p>
          <a:p xmlns:a="http://schemas.openxmlformats.org/drawingml/2006/main">
            <a:r>
              <a:t>4. Você já precisou trocar de computador ou solicitar ajuda devido a algum problema de acesso?</a:t>
            </a:r>
          </a:p>
          <a:p xmlns:a="http://schemas.openxmlformats.org/drawingml/2006/main">
            <a:r>
              <a:t/>
            </a:r>
          </a:p>
          <a:p xmlns:a="http://schemas.openxmlformats.org/drawingml/2006/main">
            <a:r>
              <a:t>5. Como você avaliaria a utilização de uma conta individual para acessar os computadores, semelhante às contas utilizadas em outros serviços institucionais?</a:t>
            </a:r>
          </a:p>
          <a:p xmlns:a="http://schemas.openxmlformats.org/drawingml/2006/main">
            <a:r>
              <a:t/>
            </a:r>
          </a:p>
          <a:p xmlns:a="http://schemas.openxmlformats.org/drawingml/2006/main">
            <a:r>
              <a:t>6. O que poderia tornar um login individual inconveniente ou atrapalhar sua utilização dos laboratórios?</a:t>
            </a:r>
          </a:p>
          <a:p xmlns:a="http://schemas.openxmlformats.org/drawingml/2006/main">
            <a:r>
              <a:t/>
            </a:r>
          </a:p>
          <a:p xmlns:a="http://schemas.openxmlformats.org/drawingml/2006/main">
            <a:r>
              <a:t>Observação</a:t>
            </a:r>
          </a:p>
          <a:p xmlns:a="http://schemas.openxmlformats.org/drawingml/2006/main">
            <a:r>
              <a:t/>
            </a:r>
          </a:p>
          <a:p xmlns:a="http://schemas.openxmlformats.org/drawingml/2006/main">
            <a:r>
              <a:t>Não solicitar:</a:t>
            </a:r>
          </a:p>
          <a:p xmlns:a="http://schemas.openxmlformats.org/drawingml/2006/main">
            <a:r>
              <a:t/>
            </a:r>
          </a:p>
          <a:p xmlns:a="http://schemas.openxmlformats.org/drawingml/2006/main">
            <a:r>
              <a:t>• nome completo, quando desnecessário;</a:t>
            </a:r>
          </a:p>
          <a:p xmlns:a="http://schemas.openxmlformats.org/drawingml/2006/main">
            <a:r>
              <a:t/>
            </a:r>
          </a:p>
          <a:p xmlns:a="http://schemas.openxmlformats.org/drawingml/2006/main">
            <a:r>
              <a:t>• RA;</a:t>
            </a:r>
          </a:p>
          <a:p xmlns:a="http://schemas.openxmlformats.org/drawingml/2006/main">
            <a:r>
              <a:t/>
            </a:r>
          </a:p>
          <a:p xmlns:a="http://schemas.openxmlformats.org/drawingml/2006/main">
            <a:r>
              <a:t>• CPF;</a:t>
            </a:r>
          </a:p>
          <a:p xmlns:a="http://schemas.openxmlformats.org/drawingml/2006/main">
            <a:r>
              <a:t/>
            </a:r>
          </a:p>
          <a:p xmlns:a="http://schemas.openxmlformats.org/drawingml/2006/main">
            <a:r>
              <a:t>• senha;</a:t>
            </a:r>
          </a:p>
          <a:p xmlns:a="http://schemas.openxmlformats.org/drawingml/2006/main">
            <a:r>
              <a:t/>
            </a:r>
          </a:p>
          <a:p xmlns:a="http://schemas.openxmlformats.org/drawingml/2006/main">
            <a:r>
              <a:t>• credenciais institucionais.</a:t>
            </a:r>
          </a:p>
          <a:p xmlns:a="http://schemas.openxmlformats.org/drawingml/2006/main">
            <a:r>
              <a:t/>
            </a:r>
          </a:p>
          <a:p xmlns:a="http://schemas.openxmlformats.org/drawingml/2006/main">
            <a:r>
              <a:t>LISTA DE ABREVIATURAS E SIGLAS</a:t>
            </a:r>
          </a:p>
          <a:p xmlns:a="http://schemas.openxmlformats.org/drawingml/2006/main">
            <a:r>
              <a:t>ABNT: Associação Brasileira de Normas Técnicas</a:t>
            </a:r>
          </a:p>
          <a:p xmlns:a="http://schemas.openxmlformats.org/drawingml/2006/main">
            <a:r>
              <a:t>AD: Active Directory</a:t>
            </a:r>
          </a:p>
          <a:p xmlns:a="http://schemas.openxmlformats.org/drawingml/2006/main">
            <a:r>
              <a:t>AD: DS Active Directory Domain Services</a:t>
            </a:r>
          </a:p>
          <a:p xmlns:a="http://schemas.openxmlformats.org/drawingml/2006/main">
            <a:r>
              <a:t>ANPD: Autoridade Nacional de Proteção de Dados</a:t>
            </a:r>
          </a:p>
          <a:p xmlns:a="http://schemas.openxmlformats.org/drawingml/2006/main">
            <a:r>
              <a:t>COBIT: Control Objectives for Information and Related Technologies</a:t>
            </a:r>
          </a:p>
          <a:p xmlns:a="http://schemas.openxmlformats.org/drawingml/2006/main">
            <a:r>
              <a:t>CPF: Cadastro de Pessoas Físicas</a:t>
            </a:r>
          </a:p>
          <a:p xmlns:a="http://schemas.openxmlformats.org/drawingml/2006/main">
            <a:r>
              <a:t>CPS: Centro Paula Souza</a:t>
            </a:r>
          </a:p>
          <a:p xmlns:a="http://schemas.openxmlformats.org/drawingml/2006/main">
            <a:r>
              <a:t>IA: Inteligência artificial</a:t>
            </a:r>
          </a:p>
          <a:p xmlns:a="http://schemas.openxmlformats.org/drawingml/2006/main">
            <a:r>
              <a:t>LDAP: Lightweight Directory Access Protocol</a:t>
            </a:r>
          </a:p>
          <a:p xmlns:a="http://schemas.openxmlformats.org/drawingml/2006/main">
            <a:r>
              <a:t>LDAPS: LDAP protegido por TLS</a:t>
            </a:r>
          </a:p>
          <a:p xmlns:a="http://schemas.openxmlformats.org/drawingml/2006/main">
            <a:r>
              <a:t>LGPD: Lei Geral de Proteção de Dados Pessoais</a:t>
            </a:r>
          </a:p>
          <a:p xmlns:a="http://schemas.openxmlformats.org/drawingml/2006/main">
            <a:r>
              <a:t>NIST: National Institute of Standards and Technology</a:t>
            </a:r>
          </a:p>
          <a:p xmlns:a="http://schemas.openxmlformats.org/drawingml/2006/main">
            <a:r>
              <a:t>PDI: Plano de Desenvolvimento Institucional</a:t>
            </a:r>
          </a:p>
          <a:p xmlns:a="http://schemas.openxmlformats.org/drawingml/2006/main">
            <a:r>
              <a:t>RA: Registro Acadêmico</a:t>
            </a:r>
          </a:p>
          <a:p xmlns:a="http://schemas.openxmlformats.org/drawingml/2006/main">
            <a:r>
              <a:t>RF: Requisito funcional</a:t>
            </a:r>
          </a:p>
          <a:p xmlns:a="http://schemas.openxmlformats.org/drawingml/2006/main">
            <a:r>
              <a:t>RNF: Requisito não funcional</a:t>
            </a:r>
          </a:p>
          <a:p xmlns:a="http://schemas.openxmlformats.org/drawingml/2006/main">
            <a:r>
              <a:t>SSO: Single sign on</a:t>
            </a:r>
          </a:p>
          <a:p xmlns:a="http://schemas.openxmlformats.org/drawingml/2006/main">
            <a:r>
              <a:t>TG: Trabalho de Graduação</a:t>
            </a:r>
          </a:p>
          <a:p xmlns:a="http://schemas.openxmlformats.org/drawingml/2006/main">
            <a:r>
              <a:t>TI: Tecnologia da informação</a:t>
            </a:r>
          </a:p>
          <a:p xmlns:a="http://schemas.openxmlformats.org/drawingml/2006/main">
            <a:r>
              <a:t>TLS: Transport Layer Security</a:t>
            </a:r>
          </a:p>
          <a:p xmlns:a="http://schemas.openxmlformats.org/drawingml/2006/main">
            <a:r>
              <a:t>DOCUMENTOS INSTITUCIONAIS CONSULTADOS PARA A APRESENTAÇÃO</a:t>
            </a:r>
          </a:p>
          <a:p xmlns:a="http://schemas.openxmlformats.org/drawingml/2006/main">
            <a:r>
              <a:t>Manual 2025: https://fatecbarueri.edu.br/home/wp-content/uploads/2025/08/TG_Manual-Para-Elaboracao-de-Trabalhos-Academico-Cientificos-versao-2025.pdf</a:t>
            </a:r>
          </a:p>
          <a:p xmlns:a="http://schemas.openxmlformats.org/drawingml/2006/main">
            <a:r>
              <a:t>Portaria da Direção nº 80/2025: https://fatecbarueri.edu.br/home/wp-content/uploads/2025/07/Portaria-da-Direcao-no-80_2025-Regulamenta-as-atividadades-de-TG.pdf</a:t>
            </a:r>
          </a:p>
          <a:p xmlns:a="http://schemas.openxmlformats.org/drawingml/2006/main">
            <a:r>
              <a:t>Apêndice B, avaliação de TG I: https://fatecbarueri.edu.br/home/wp-content/uploads/2025/07/Apendice-B-%E2%80%93-Diretrizes-para-avaliacao-de-Trabalho-de-Graduacao-I.docx</a:t>
            </a:r>
          </a:p>
          <a:p xmlns:a="http://schemas.openxmlformats.org/drawingml/2006/main">
            <a:r>
              <a:t>Documentos consultados em 29 out. 2026. A organização e a tipografia foram adaptadas para projeção, sem atribuir ao material a condição de modelo institucional oficial de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38c0ebbb0240d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7b355723381482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6f3302aa4204d7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e927912c4644f7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d0f4f671c8f4ac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16c8b29a89243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C5B9C7-1508-41F6-B08D-B6E4CF15BB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A3BE6E2-4EC6-425C-B077-B768FE73723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D855B6A-8F6E-4C2D-9CF2-8852F90C059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B53B70-5F04-4FA6-8623-FBF4696144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183A1E2-6B73-4690-B6B4-B6A47901379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70DE238-95F8-46F2-B5F8-1B130570E36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324E55D-8FBD-4D54-8A89-2F7DC5DC466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7FD749F-D9AF-4EF3-BB17-592CA8B00CD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FE77A69-818E-4CE6-B150-262DBEF52F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42715A6-B747-4606-A675-80C4F887F67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048894269c4b8c" /><Relationship Type="http://schemas.openxmlformats.org/officeDocument/2006/relationships/slideLayout" Target="/ppt/slideLayouts/slideLayout1.xml" Id="Re9d9bc9abce841c6" /><Relationship Type="http://schemas.openxmlformats.org/officeDocument/2006/relationships/slideLayout" Target="/ppt/slideLayouts/slideLayout2.xml" Id="R142385a2d1154bda" /><Relationship Type="http://schemas.openxmlformats.org/officeDocument/2006/relationships/slideLayout" Target="/ppt/slideLayouts/slideLayout3.xml" Id="R6ab818932167411f" /><Relationship Type="http://schemas.openxmlformats.org/officeDocument/2006/relationships/slideLayout" Target="/ppt/slideLayouts/slideLayout4.xml" Id="R94e8396be2b242fc" /><Relationship Type="http://schemas.openxmlformats.org/officeDocument/2006/relationships/slideLayout" Target="/ppt/slideLayouts/slideLayout5.xml" Id="Rb6d41d6a0fa745be" /><Relationship Type="http://schemas.openxmlformats.org/officeDocument/2006/relationships/slideLayout" Target="/ppt/slideLayouts/slideLayout6.xml" Id="Rd36711c040d8443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d9bc9abce841c6"/>
    <p:sldLayoutId xmlns:r="http://schemas.openxmlformats.org/officeDocument/2006/relationships" id="2147483650" r:id="R142385a2d1154bda"/>
    <p:sldLayoutId xmlns:r="http://schemas.openxmlformats.org/officeDocument/2006/relationships" id="2147483651" r:id="R6ab818932167411f"/>
    <p:sldLayoutId xmlns:r="http://schemas.openxmlformats.org/officeDocument/2006/relationships" id="2147483652" r:id="R94e8396be2b242fc"/>
    <p:sldLayoutId xmlns:r="http://schemas.openxmlformats.org/officeDocument/2006/relationships" id="2147483653" r:id="Rb6d41d6a0fa745be"/>
    <p:sldLayoutId xmlns:r="http://schemas.openxmlformats.org/officeDocument/2006/relationships" id="2147483654" r:id="Rd36711c040d8443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efesa acadêmica">
      <a:dk1>
        <a:srgbClr val="000000"/>
      </a:dk1>
      <a:lt1>
        <a:srgbClr val="FFFFFF"/>
      </a:lt1>
      <a:dk2>
        <a:srgbClr val="102A43"/>
      </a:dk2>
      <a:lt2>
        <a:srgbClr val="F4F8FA"/>
      </a:lt2>
      <a:accent1>
        <a:srgbClr val="007E82"/>
      </a:accent1>
      <a:accent2>
        <a:srgbClr val="102A43"/>
      </a:accent2>
      <a:accent3>
        <a:srgbClr val="C58A2A"/>
      </a:accent3>
      <a:accent4>
        <a:srgbClr val="A34E54"/>
      </a:accent4>
      <a:accent5>
        <a:srgbClr val="5C6B94"/>
      </a:accent5>
      <a:accent6>
        <a:srgbClr val="5D8B77"/>
      </a:accent6>
      <a:hlink>
        <a:srgbClr val="007E82"/>
      </a:hlink>
      <a:folHlink>
        <a:srgbClr val="5C6B94"/>
      </a:folHlink>
    </a:clrScheme>
    <a:fontScheme name="">
      <a:majorFont>
        <a:latin typeface="Aptos"/>
        <a:ea typeface=""/>
        <a:cs typeface=""/>
      </a:majorFont>
      <a:minorFont>
        <a:latin typeface="Aptos"/>
        <a:ea typeface=""/>
        <a:cs typeface=""/>
      </a:minorFont>
    </a:fontScheme>
    <a:fmtScheme name="Defesa acadêmica">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d7ed2a7da794a6b" /><Relationship Type="http://schemas.openxmlformats.org/officeDocument/2006/relationships/image" Target="/ppt/media/image.png" Id="R946be2e326014f26" /><Relationship Type="http://schemas.openxmlformats.org/officeDocument/2006/relationships/notesSlide" Target="/ppt/notesSlides/notesSlide1.xml" Id="R45cf959419714a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181d9a3c4c949c6" /><Relationship Type="http://schemas.openxmlformats.org/officeDocument/2006/relationships/notesSlide" Target="/ppt/notesSlides/notesSlide2.xml" Id="R4fac30912fd840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fd91c4582af4c97" /><Relationship Type="http://schemas.openxmlformats.org/officeDocument/2006/relationships/notesSlide" Target="/ppt/notesSlides/notesSlide3.xml" Id="R41ea8b9b8f3042f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2f57f39c1154a15" /><Relationship Type="http://schemas.openxmlformats.org/officeDocument/2006/relationships/notesSlide" Target="/ppt/notesSlides/notesSlide4.xml" Id="R313976d5e0264bd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ff14d1e315e4cfe" /><Relationship Type="http://schemas.openxmlformats.org/officeDocument/2006/relationships/notesSlide" Target="/ppt/notesSlides/notesSlide5.xml" Id="Re53c7ed7064f42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0735cffbcfb48f5" /><Relationship Type="http://schemas.openxmlformats.org/officeDocument/2006/relationships/notesSlide" Target="/ppt/notesSlides/notesSlide6.xml" Id="Re99ed1b10c9740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6fb0efd9a4d450b" /><Relationship Type="http://schemas.openxmlformats.org/officeDocument/2006/relationships/chart" Target="/ppt/slides/charts/chart1.xml" Id="R1327128075ed43d5" /><Relationship Type="http://schemas.openxmlformats.org/officeDocument/2006/relationships/notesSlide" Target="/ppt/notesSlides/notesSlide7.xml" Id="R4cf29f2f131c42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02580e7252042bf" /><Relationship Type="http://schemas.openxmlformats.org/officeDocument/2006/relationships/notesSlide" Target="/ppt/notesSlides/notesSlide8.xml" Id="R34903e056bb34f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2eb8f5d3d7545de" /><Relationship Type="http://schemas.openxmlformats.org/officeDocument/2006/relationships/notesSlide" Target="/ppt/notesSlides/notesSlide9.xml" Id="R1f465ec4f3144ca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838ff2c818c430d" /><Relationship Type="http://schemas.openxmlformats.org/officeDocument/2006/relationships/notesSlide" Target="/ppt/notesSlides/notesSlide10.xml" Id="R6c2e02e24d574ed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86e01fc06a34b8a" /><Relationship Type="http://schemas.openxmlformats.org/officeDocument/2006/relationships/notesSlide" Target="/ppt/notesSlides/notesSlide11.xml" Id="R9b5d966e53084e1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f22a5cad371453c" /><Relationship Type="http://schemas.openxmlformats.org/officeDocument/2006/relationships/notesSlide" Target="/ppt/notesSlides/notesSlide12.xml" Id="R2b71fcc899644b0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49b1685660a4247" /><Relationship Type="http://schemas.openxmlformats.org/officeDocument/2006/relationships/notesSlide" Target="/ppt/notesSlides/notesSlide13.xml" Id="Rb37b7c9a1f2f49f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2f083092c524bff" /><Relationship Type="http://schemas.openxmlformats.org/officeDocument/2006/relationships/notesSlide" Target="/ppt/notesSlides/notesSlide14.xml" Id="Rbfaf607b7521425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970acdf50e84b10" /><Relationship Type="http://schemas.openxmlformats.org/officeDocument/2006/relationships/notesSlide" Target="/ppt/notesSlides/notesSlide15.xml" Id="R77f5dce228684e8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a="http://schemas.openxmlformats.org/drawingml/2006/main" xmlns:c="http://schemas.openxmlformats.org/drawingml/2006/chart" xmlns:r="http://schemas.openxmlformats.org/officeDocument/2006/relationships">
  <c:lang val="en-US"/>
  <c:chart>
    <c:plotArea>
      <c:barChart>
        <c:barDir val="bar"/>
        <c:grouping val="clustered"/>
        <c:varyColors val="0"/>
        <c:ser>
          <c:idx val="0"/>
          <c:order val="0"/>
          <c:tx>
            <c:v>Percentual informado</c:v>
          </c:tx>
          <c:spPr>
            <a:solidFill>
              <a:srgbClr val="596268"/>
            </a:solidFill>
          </c:spPr>
          <c:invertIfNegative val="0"/>
          <c:cat>
            <c:strRef>
              <c:f>'Chart Data'!$A$2:$A$4</c:f>
              <c:strCache>
                <c:ptCount val="3"/>
                <c:pt idx="0">
                  <c:v>Lentidão no login</c:v>
                </c:pt>
                <c:pt idx="1">
                  <c:v>Falhas de rede</c:v>
                </c:pt>
                <c:pt idx="2">
                  <c:v>Travamento</c:v>
                </c:pt>
              </c:strCache>
            </c:strRef>
          </c:cat>
          <c:val>
            <c:numRef>
              <c:f>'Chart Data'!$B$2:$B$4</c:f>
              <c:numCache>
                <c:formatCode>0%</c:formatCode>
                <c:ptCount val="3"/>
                <c:pt idx="0">
                  <c:v>0.8</c:v>
                </c:pt>
                <c:pt idx="1">
                  <c:v>0.7</c:v>
                </c:pt>
                <c:pt idx="2">
                  <c:v>0.6</c:v>
                </c:pt>
              </c:numCache>
            </c:numRef>
          </c:val>
        </c:ser>
        <c:dLbls>
          <c:numFmt formatCode="0%" sourceLinked="0"/>
          <c:txPr>
            <a:bodyPr anchorCtr="1"/>
            <a:lstStyle/>
            <a:p>
              <a:pPr>
                <a:defRPr sz="2100" b="1">
                  <a:solidFill>
                    <a:srgbClr val="111111"/>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l"/>
        <c:numFmt formatCode="General"/>
        <c:majorTickMark val="none"/>
        <c:minorTickMark val="none"/>
        <c:spPr>
          <a:ln w="0">
            <a:noFill/>
            <a:prstDash val="solid"/>
          </a:ln>
        </c:spPr>
        <c:txPr>
          <a:bodyPr anchorCtr="1"/>
          <a:lstStyle/>
          <a:p>
            <a:pPr>
              <a:defRPr sz="1950">
                <a:solidFill>
                  <a:srgbClr val="111111"/>
                </a:solidFill>
                <a:latin typeface="Arial"/>
                <a:ea typeface="Arial"/>
                <a:cs typeface="Arial"/>
              </a:defRPr>
            </a:pPr>
          </a:p>
        </c:txPr>
        <c:crossAx val="48672768"/>
      </c:catAx>
      <c:valAx>
        <c:axId val="48672768"/>
        <c:scaling>
          <c:orientation val="minMax"/>
          <c:max val="1"/>
          <c:min val="0"/>
        </c:scaling>
        <c:delete val="1"/>
        <c:axPos val="b"/>
        <c:numFmt formatCode="0%"/>
        <c:majorTickMark val="none"/>
        <c:minorTickMark val="none"/>
        <c:spPr>
          <a:ln w="0">
            <a:noFill/>
            <a:prstDash val="solid"/>
          </a:ln>
        </c:spPr>
        <c:txPr>
          <a:bodyPr anchorCtr="1"/>
          <a:lstStyle/>
          <a:p>
            <a:pPr>
              <a:defRPr sz="1650">
                <a:solidFill>
                  <a:srgbClr val="111111"/>
                </a:solidFill>
                <a:latin typeface="Arial"/>
                <a:ea typeface="Arial"/>
                <a:cs typeface="Arial"/>
              </a:defRPr>
            </a:pPr>
          </a:p>
        </c:txPr>
        <c:crossAx val="48650112"/>
        <c:crossBetween val="between"/>
        <c:majorUnit val="0.2"/>
      </c:valAx>
      <c:spPr>
        <a:noFill/>
        <a:ln w="0">
          <a:noFill/>
          <a:prstDash val="solid"/>
        </a:ln>
      </c:spPr>
    </c:plotArea>
    <c:plotVisOnly val="1"/>
  </c:chart>
  <c:spPr>
    <a:noFill/>
    <a:l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D3820D6E-C5B1-4DD7-9AD7-4826DDE0A427}"/>
              </a:ext>
            </a:extLst>
          </p:cNvPr>
          <p:cNvPicPr>
            <a:picLocks xmlns:a="http://schemas.openxmlformats.org/drawingml/2006/main" noChangeAspect="1"/>
          </p:cNvPicPr>
          <p:nvPr/>
        </p:nvPicPr>
        <p:blipFill>
          <a:blip xmlns:r="http://schemas.openxmlformats.org/officeDocument/2006/relationships" xmlns:a="http://schemas.openxmlformats.org/drawingml/2006/main" r:embed="R946be2e326014f26"/>
          <a:stretch xmlns:a="http://schemas.openxmlformats.org/drawingml/2006/main"/>
        </p:blipFill>
        <p:spPr>
          <a:xfrm xmlns:a="http://schemas.openxmlformats.org/drawingml/2006/main">
            <a:off x="685800" y="400050"/>
            <a:ext cx="1371600" cy="859929"/>
          </a:xfrm>
          <a:prstGeom xmlns:a="http://schemas.openxmlformats.org/drawingml/2006/main" prst="rect">
            <a:avLst/>
          </a:prstGeom>
        </p:spPr>
      </p:pic>
      <p:sp>
        <p:nvSpPr>
          <p:cNvPr id="2" name="institution">
            <a:extLst xmlns:a="http://schemas.openxmlformats.org/drawingml/2006/main">
              <a:ext uri="{FF2B5EF4-FFF2-40B4-BE49-F238E27FC236}">
                <a16:creationId xmlns:a16="http://schemas.microsoft.com/office/drawing/2014/main" id="{7EC69C0E-567B-4441-AF6C-AD51AEBA56B5}"/>
              </a:ext>
            </a:extLst>
          </p:cNvPr>
          <p:cNvSpPr>
            <a:spLocks xmlns:a="http://schemas.openxmlformats.org/drawingml/2006/main" noGrp="1"/>
          </p:cNvSpPr>
          <p:nvPr/>
        </p:nvSpPr>
        <p:spPr>
          <a:xfrm xmlns:a="http://schemas.openxmlformats.org/drawingml/2006/main">
            <a:off x="2400300" y="438150"/>
            <a:ext cx="9105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11111"/>
                </a:solidFill>
                <a:latin typeface="Arial"/>
                <a:ea typeface="Arial"/>
                <a:cs typeface="Arial"/>
              </a:defRPr>
            </a:defPPr>
            <a:lvl1pPr algn="ctr">
              <a:defRPr sz="1875" b="1">
                <a:solidFill>
                  <a:srgbClr val="111111"/>
                </a:solidFill>
                <a:latin typeface="Arial"/>
                <a:ea typeface="Arial"/>
                <a:cs typeface="Arial"/>
              </a:defRPr>
            </a:lvl1pPr>
            <a:lvl2pPr algn="ctr">
              <a:defRPr sz="1875" b="1">
                <a:solidFill>
                  <a:srgbClr val="111111"/>
                </a:solidFill>
                <a:latin typeface="Arial"/>
                <a:ea typeface="Arial"/>
                <a:cs typeface="Arial"/>
              </a:defRPr>
            </a:lvl2pPr>
            <a:lvl3pPr algn="ctr">
              <a:defRPr sz="1875" b="1">
                <a:solidFill>
                  <a:srgbClr val="111111"/>
                </a:solidFill>
                <a:latin typeface="Arial"/>
                <a:ea typeface="Arial"/>
                <a:cs typeface="Arial"/>
              </a:defRPr>
            </a:lvl3pPr>
            <a:lvl4pPr algn="ctr">
              <a:defRPr sz="1875" b="1">
                <a:solidFill>
                  <a:srgbClr val="111111"/>
                </a:solidFill>
                <a:latin typeface="Arial"/>
                <a:ea typeface="Arial"/>
                <a:cs typeface="Arial"/>
              </a:defRPr>
            </a:lvl4pPr>
            <a:lvl5pPr algn="ctr">
              <a:defRPr sz="1875" b="1">
                <a:solidFill>
                  <a:srgbClr val="111111"/>
                </a:solidFill>
                <a:latin typeface="Arial"/>
                <a:ea typeface="Arial"/>
                <a:cs typeface="Arial"/>
              </a:defRPr>
            </a:lvl5pPr>
            <a:lvl6pPr algn="ctr">
              <a:defRPr sz="1875" b="1">
                <a:solidFill>
                  <a:srgbClr val="111111"/>
                </a:solidFill>
                <a:latin typeface="Arial"/>
                <a:ea typeface="Arial"/>
                <a:cs typeface="Arial"/>
              </a:defRPr>
            </a:lvl6pPr>
            <a:lvl7pPr algn="ctr">
              <a:defRPr sz="1875" b="1">
                <a:solidFill>
                  <a:srgbClr val="111111"/>
                </a:solidFill>
                <a:latin typeface="Arial"/>
                <a:ea typeface="Arial"/>
                <a:cs typeface="Arial"/>
              </a:defRPr>
            </a:lvl7pPr>
            <a:lvl8pPr algn="ctr">
              <a:defRPr sz="1875" b="1">
                <a:solidFill>
                  <a:srgbClr val="111111"/>
                </a:solidFill>
                <a:latin typeface="Arial"/>
                <a:ea typeface="Arial"/>
                <a:cs typeface="Arial"/>
              </a:defRPr>
            </a:lvl8pPr>
            <a:lvl9pPr algn="ctr">
              <a:defRPr sz="1875" b="1">
                <a:solidFill>
                  <a:srgbClr val="111111"/>
                </a:solidFill>
                <a:latin typeface="Arial"/>
                <a:ea typeface="Arial"/>
                <a:cs typeface="Arial"/>
              </a:defRPr>
            </a:lvl9pPr>
          </a:lstStyle>
          <a:p xmlns:a="http://schemas.openxmlformats.org/drawingml/2006/main">
            <a:pPr algn="ctr">
              <a:lnSpc>
                <a:spcPct val="104000"/>
              </a:lnSpc>
              <a:buNone/>
              <a:defRPr sz="1875" b="1">
                <a:solidFill>
                  <a:srgbClr val="111111"/>
                </a:solidFill>
                <a:latin typeface="Arial"/>
                <a:ea typeface="Arial"/>
                <a:cs typeface="Arial"/>
              </a:defRPr>
            </a:pPr>
            <a:r>
              <a:rPr sz="1875" b="1">
                <a:solidFill>
                  <a:srgbClr val="111111"/>
                </a:solidFill>
                <a:latin typeface="Arial"/>
                <a:ea typeface="Arial"/>
                <a:cs typeface="Arial"/>
              </a:rPr>
              <a:t>FACULDADE DE TECNOLOGIA</a:t>
            </a:r>
          </a:p>
          <a:p xmlns:a="http://schemas.openxmlformats.org/drawingml/2006/main">
            <a:pPr algn="ctr">
              <a:lnSpc>
                <a:spcPct val="104000"/>
              </a:lnSpc>
              <a:buNone/>
              <a:defRPr sz="1875" b="1">
                <a:solidFill>
                  <a:srgbClr val="111111"/>
                </a:solidFill>
                <a:latin typeface="Arial"/>
                <a:ea typeface="Arial"/>
                <a:cs typeface="Arial"/>
              </a:defRPr>
            </a:pPr>
            <a:r>
              <a:rPr sz="1875" b="1">
                <a:solidFill>
                  <a:srgbClr val="111111"/>
                </a:solidFill>
                <a:latin typeface="Arial"/>
                <a:ea typeface="Arial"/>
                <a:cs typeface="Arial"/>
              </a:rPr>
              <a:t>PADRE DANILO JOSÉ DE OLIVEIRA OHL</a:t>
            </a:r>
          </a:p>
        </p:txBody>
      </p:sp>
      <p:sp>
        <p:nvSpPr>
          <p:cNvPr id="3" name="course">
            <a:extLst xmlns:a="http://schemas.openxmlformats.org/drawingml/2006/main">
              <a:ext uri="{FF2B5EF4-FFF2-40B4-BE49-F238E27FC236}">
                <a16:creationId xmlns:a16="http://schemas.microsoft.com/office/drawing/2014/main" id="{BC8D36BB-E0CF-40A7-9B6C-107668F3C30D}"/>
              </a:ext>
            </a:extLst>
          </p:cNvPr>
          <p:cNvSpPr>
            <a:spLocks xmlns:a="http://schemas.openxmlformats.org/drawingml/2006/main" noGrp="1"/>
          </p:cNvSpPr>
          <p:nvPr/>
        </p:nvSpPr>
        <p:spPr>
          <a:xfrm xmlns:a="http://schemas.openxmlformats.org/drawingml/2006/main">
            <a:off x="2400300" y="1162050"/>
            <a:ext cx="91059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0">
                <a:solidFill>
                  <a:srgbClr val="111111"/>
                </a:solidFill>
                <a:latin typeface="Arial"/>
                <a:ea typeface="Arial"/>
                <a:cs typeface="Arial"/>
              </a:defRPr>
            </a:defPPr>
            <a:lvl1pPr algn="ctr">
              <a:defRPr sz="1800" b="0">
                <a:solidFill>
                  <a:srgbClr val="111111"/>
                </a:solidFill>
                <a:latin typeface="Arial"/>
                <a:ea typeface="Arial"/>
                <a:cs typeface="Arial"/>
              </a:defRPr>
            </a:lvl1pPr>
            <a:lvl2pPr algn="ctr">
              <a:defRPr sz="1800" b="0">
                <a:solidFill>
                  <a:srgbClr val="111111"/>
                </a:solidFill>
                <a:latin typeface="Arial"/>
                <a:ea typeface="Arial"/>
                <a:cs typeface="Arial"/>
              </a:defRPr>
            </a:lvl2pPr>
            <a:lvl3pPr algn="ctr">
              <a:defRPr sz="1800" b="0">
                <a:solidFill>
                  <a:srgbClr val="111111"/>
                </a:solidFill>
                <a:latin typeface="Arial"/>
                <a:ea typeface="Arial"/>
                <a:cs typeface="Arial"/>
              </a:defRPr>
            </a:lvl3pPr>
            <a:lvl4pPr algn="ctr">
              <a:defRPr sz="1800" b="0">
                <a:solidFill>
                  <a:srgbClr val="111111"/>
                </a:solidFill>
                <a:latin typeface="Arial"/>
                <a:ea typeface="Arial"/>
                <a:cs typeface="Arial"/>
              </a:defRPr>
            </a:lvl4pPr>
            <a:lvl5pPr algn="ctr">
              <a:defRPr sz="1800" b="0">
                <a:solidFill>
                  <a:srgbClr val="111111"/>
                </a:solidFill>
                <a:latin typeface="Arial"/>
                <a:ea typeface="Arial"/>
                <a:cs typeface="Arial"/>
              </a:defRPr>
            </a:lvl5pPr>
            <a:lvl6pPr algn="ctr">
              <a:defRPr sz="1800" b="0">
                <a:solidFill>
                  <a:srgbClr val="111111"/>
                </a:solidFill>
                <a:latin typeface="Arial"/>
                <a:ea typeface="Arial"/>
                <a:cs typeface="Arial"/>
              </a:defRPr>
            </a:lvl6pPr>
            <a:lvl7pPr algn="ctr">
              <a:defRPr sz="1800" b="0">
                <a:solidFill>
                  <a:srgbClr val="111111"/>
                </a:solidFill>
                <a:latin typeface="Arial"/>
                <a:ea typeface="Arial"/>
                <a:cs typeface="Arial"/>
              </a:defRPr>
            </a:lvl7pPr>
            <a:lvl8pPr algn="ctr">
              <a:defRPr sz="1800" b="0">
                <a:solidFill>
                  <a:srgbClr val="111111"/>
                </a:solidFill>
                <a:latin typeface="Arial"/>
                <a:ea typeface="Arial"/>
                <a:cs typeface="Arial"/>
              </a:defRPr>
            </a:lvl8pPr>
            <a:lvl9pPr algn="ctr">
              <a:defRPr sz="1800" b="0">
                <a:solidFill>
                  <a:srgbClr val="111111"/>
                </a:solidFill>
                <a:latin typeface="Arial"/>
                <a:ea typeface="Arial"/>
                <a:cs typeface="Arial"/>
              </a:defRPr>
            </a:lvl9pPr>
          </a:lstStyle>
          <a:p xmlns:a="http://schemas.openxmlformats.org/drawingml/2006/main">
            <a:pPr algn="ctr">
              <a:lnSpc>
                <a:spcPct val="113000"/>
              </a:lnSpc>
              <a:buNone/>
              <a:defRPr sz="1800" b="0">
                <a:solidFill>
                  <a:srgbClr val="111111"/>
                </a:solidFill>
                <a:latin typeface="Arial"/>
                <a:ea typeface="Arial"/>
                <a:cs typeface="Arial"/>
              </a:defRPr>
            </a:pPr>
            <a:r>
              <a:rPr sz="1800" b="0">
                <a:solidFill>
                  <a:srgbClr val="111111"/>
                </a:solidFill>
                <a:latin typeface="Arial"/>
                <a:ea typeface="Arial"/>
                <a:cs typeface="Arial"/>
              </a:rPr>
              <a:t>Curso Superior de Tecnologia em Gestão da Tecnologia da Informação</a:t>
            </a:r>
          </a:p>
        </p:txBody>
      </p:sp>
      <p:sp>
        <p:nvSpPr>
          <p:cNvPr id="4" name="authors">
            <a:extLst xmlns:a="http://schemas.openxmlformats.org/drawingml/2006/main">
              <a:ext uri="{FF2B5EF4-FFF2-40B4-BE49-F238E27FC236}">
                <a16:creationId xmlns:a16="http://schemas.microsoft.com/office/drawing/2014/main" id="{8327F818-260E-44FB-B530-D60EA8EF36AA}"/>
              </a:ext>
            </a:extLst>
          </p:cNvPr>
          <p:cNvSpPr>
            <a:spLocks xmlns:a="http://schemas.openxmlformats.org/drawingml/2006/main" noGrp="1"/>
          </p:cNvSpPr>
          <p:nvPr/>
        </p:nvSpPr>
        <p:spPr>
          <a:xfrm xmlns:a="http://schemas.openxmlformats.org/drawingml/2006/main">
            <a:off x="1638300" y="1790700"/>
            <a:ext cx="89154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0">
                <a:solidFill>
                  <a:srgbClr val="111111"/>
                </a:solidFill>
                <a:latin typeface="Arial"/>
                <a:ea typeface="Arial"/>
                <a:cs typeface="Arial"/>
              </a:defRPr>
            </a:defPPr>
            <a:lvl1pPr algn="ctr">
              <a:defRPr sz="1875" b="0">
                <a:solidFill>
                  <a:srgbClr val="111111"/>
                </a:solidFill>
                <a:latin typeface="Arial"/>
                <a:ea typeface="Arial"/>
                <a:cs typeface="Arial"/>
              </a:defRPr>
            </a:lvl1pPr>
            <a:lvl2pPr algn="ctr">
              <a:defRPr sz="1875" b="0">
                <a:solidFill>
                  <a:srgbClr val="111111"/>
                </a:solidFill>
                <a:latin typeface="Arial"/>
                <a:ea typeface="Arial"/>
                <a:cs typeface="Arial"/>
              </a:defRPr>
            </a:lvl2pPr>
            <a:lvl3pPr algn="ctr">
              <a:defRPr sz="1875" b="0">
                <a:solidFill>
                  <a:srgbClr val="111111"/>
                </a:solidFill>
                <a:latin typeface="Arial"/>
                <a:ea typeface="Arial"/>
                <a:cs typeface="Arial"/>
              </a:defRPr>
            </a:lvl3pPr>
            <a:lvl4pPr algn="ctr">
              <a:defRPr sz="1875" b="0">
                <a:solidFill>
                  <a:srgbClr val="111111"/>
                </a:solidFill>
                <a:latin typeface="Arial"/>
                <a:ea typeface="Arial"/>
                <a:cs typeface="Arial"/>
              </a:defRPr>
            </a:lvl4pPr>
            <a:lvl5pPr algn="ctr">
              <a:defRPr sz="1875" b="0">
                <a:solidFill>
                  <a:srgbClr val="111111"/>
                </a:solidFill>
                <a:latin typeface="Arial"/>
                <a:ea typeface="Arial"/>
                <a:cs typeface="Arial"/>
              </a:defRPr>
            </a:lvl5pPr>
            <a:lvl6pPr algn="ctr">
              <a:defRPr sz="1875" b="0">
                <a:solidFill>
                  <a:srgbClr val="111111"/>
                </a:solidFill>
                <a:latin typeface="Arial"/>
                <a:ea typeface="Arial"/>
                <a:cs typeface="Arial"/>
              </a:defRPr>
            </a:lvl6pPr>
            <a:lvl7pPr algn="ctr">
              <a:defRPr sz="1875" b="0">
                <a:solidFill>
                  <a:srgbClr val="111111"/>
                </a:solidFill>
                <a:latin typeface="Arial"/>
                <a:ea typeface="Arial"/>
                <a:cs typeface="Arial"/>
              </a:defRPr>
            </a:lvl7pPr>
            <a:lvl8pPr algn="ctr">
              <a:defRPr sz="1875" b="0">
                <a:solidFill>
                  <a:srgbClr val="111111"/>
                </a:solidFill>
                <a:latin typeface="Arial"/>
                <a:ea typeface="Arial"/>
                <a:cs typeface="Arial"/>
              </a:defRPr>
            </a:lvl8pPr>
            <a:lvl9pPr algn="ctr">
              <a:defRPr sz="1875" b="0">
                <a:solidFill>
                  <a:srgbClr val="111111"/>
                </a:solidFill>
                <a:latin typeface="Arial"/>
                <a:ea typeface="Arial"/>
                <a:cs typeface="Arial"/>
              </a:defRPr>
            </a:lvl9pPr>
          </a:lstStyle>
          <a:p xmlns:a="http://schemas.openxmlformats.org/drawingml/2006/main">
            <a:pPr algn="ctr">
              <a:lnSpc>
                <a:spcPct val="102000"/>
              </a:lnSpc>
              <a:buNone/>
              <a:defRPr sz="1875" b="0">
                <a:solidFill>
                  <a:srgbClr val="111111"/>
                </a:solidFill>
                <a:latin typeface="Arial"/>
                <a:ea typeface="Arial"/>
                <a:cs typeface="Arial"/>
              </a:defRPr>
            </a:pPr>
            <a:r>
              <a:rPr sz="1875" b="0">
                <a:solidFill>
                  <a:srgbClr val="111111"/>
                </a:solidFill>
                <a:latin typeface="Arial"/>
                <a:ea typeface="Arial"/>
                <a:cs typeface="Arial"/>
              </a:rPr>
              <a:t>HENRIQUE MOURA</a:t>
            </a:r>
          </a:p>
          <a:p xmlns:a="http://schemas.openxmlformats.org/drawingml/2006/main">
            <a:pPr algn="ctr">
              <a:lnSpc>
                <a:spcPct val="102000"/>
              </a:lnSpc>
              <a:buNone/>
              <a:defRPr sz="1875" b="0">
                <a:solidFill>
                  <a:srgbClr val="111111"/>
                </a:solidFill>
                <a:latin typeface="Arial"/>
                <a:ea typeface="Arial"/>
                <a:cs typeface="Arial"/>
              </a:defRPr>
            </a:pPr>
            <a:r>
              <a:rPr sz="1875" b="0">
                <a:solidFill>
                  <a:srgbClr val="111111"/>
                </a:solidFill>
                <a:latin typeface="Arial"/>
                <a:ea typeface="Arial"/>
                <a:cs typeface="Arial"/>
              </a:rPr>
              <a:t>LUCAS RAFAEL</a:t>
            </a:r>
          </a:p>
          <a:p xmlns:a="http://schemas.openxmlformats.org/drawingml/2006/main">
            <a:pPr algn="ctr">
              <a:lnSpc>
                <a:spcPct val="102000"/>
              </a:lnSpc>
              <a:buNone/>
              <a:defRPr sz="1875" b="0">
                <a:solidFill>
                  <a:srgbClr val="111111"/>
                </a:solidFill>
                <a:latin typeface="Arial"/>
                <a:ea typeface="Arial"/>
                <a:cs typeface="Arial"/>
              </a:defRPr>
            </a:pPr>
            <a:r>
              <a:rPr sz="1875" b="0">
                <a:solidFill>
                  <a:srgbClr val="111111"/>
                </a:solidFill>
                <a:latin typeface="Arial"/>
                <a:ea typeface="Arial"/>
                <a:cs typeface="Arial"/>
              </a:rPr>
              <a:t>MELISSA VICTÓRIA</a:t>
            </a:r>
          </a:p>
          <a:p xmlns:a="http://schemas.openxmlformats.org/drawingml/2006/main">
            <a:pPr algn="ctr">
              <a:lnSpc>
                <a:spcPct val="102000"/>
              </a:lnSpc>
              <a:buNone/>
              <a:defRPr sz="1875" b="0">
                <a:solidFill>
                  <a:srgbClr val="111111"/>
                </a:solidFill>
                <a:latin typeface="Arial"/>
                <a:ea typeface="Arial"/>
                <a:cs typeface="Arial"/>
              </a:defRPr>
            </a:pPr>
            <a:r>
              <a:rPr sz="1875" b="0">
                <a:solidFill>
                  <a:srgbClr val="111111"/>
                </a:solidFill>
                <a:latin typeface="Arial"/>
                <a:ea typeface="Arial"/>
                <a:cs typeface="Arial"/>
              </a:rPr>
              <a:t>PEDRO HENRIQUE</a:t>
            </a:r>
          </a:p>
        </p:txBody>
      </p:sp>
      <p:sp>
        <p:nvSpPr>
          <p:cNvPr id="5" name="title">
            <a:extLst xmlns:a="http://schemas.openxmlformats.org/drawingml/2006/main">
              <a:ext uri="{FF2B5EF4-FFF2-40B4-BE49-F238E27FC236}">
                <a16:creationId xmlns:a16="http://schemas.microsoft.com/office/drawing/2014/main" id="{7C414D62-9E41-46CC-B606-F3497B2AD356}"/>
              </a:ext>
            </a:extLst>
          </p:cNvPr>
          <p:cNvSpPr>
            <a:spLocks xmlns:a="http://schemas.openxmlformats.org/drawingml/2006/main" noGrp="1"/>
          </p:cNvSpPr>
          <p:nvPr/>
        </p:nvSpPr>
        <p:spPr>
          <a:xfrm xmlns:a="http://schemas.openxmlformats.org/drawingml/2006/main">
            <a:off x="685800" y="3209925"/>
            <a:ext cx="108204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3975" b="1">
                <a:solidFill>
                  <a:srgbClr val="111111"/>
                </a:solidFill>
                <a:latin typeface="Arial"/>
                <a:ea typeface="Arial"/>
                <a:cs typeface="Arial"/>
              </a:defRPr>
            </a:defPPr>
            <a:lvl1pPr algn="ctr">
              <a:defRPr sz="3975" b="1">
                <a:solidFill>
                  <a:srgbClr val="111111"/>
                </a:solidFill>
                <a:latin typeface="Arial"/>
                <a:ea typeface="Arial"/>
                <a:cs typeface="Arial"/>
              </a:defRPr>
            </a:lvl1pPr>
            <a:lvl2pPr algn="ctr">
              <a:defRPr sz="3975" b="1">
                <a:solidFill>
                  <a:srgbClr val="111111"/>
                </a:solidFill>
                <a:latin typeface="Arial"/>
                <a:ea typeface="Arial"/>
                <a:cs typeface="Arial"/>
              </a:defRPr>
            </a:lvl2pPr>
            <a:lvl3pPr algn="ctr">
              <a:defRPr sz="3975" b="1">
                <a:solidFill>
                  <a:srgbClr val="111111"/>
                </a:solidFill>
                <a:latin typeface="Arial"/>
                <a:ea typeface="Arial"/>
                <a:cs typeface="Arial"/>
              </a:defRPr>
            </a:lvl3pPr>
            <a:lvl4pPr algn="ctr">
              <a:defRPr sz="3975" b="1">
                <a:solidFill>
                  <a:srgbClr val="111111"/>
                </a:solidFill>
                <a:latin typeface="Arial"/>
                <a:ea typeface="Arial"/>
                <a:cs typeface="Arial"/>
              </a:defRPr>
            </a:lvl4pPr>
            <a:lvl5pPr algn="ctr">
              <a:defRPr sz="3975" b="1">
                <a:solidFill>
                  <a:srgbClr val="111111"/>
                </a:solidFill>
                <a:latin typeface="Arial"/>
                <a:ea typeface="Arial"/>
                <a:cs typeface="Arial"/>
              </a:defRPr>
            </a:lvl5pPr>
            <a:lvl6pPr algn="ctr">
              <a:defRPr sz="3975" b="1">
                <a:solidFill>
                  <a:srgbClr val="111111"/>
                </a:solidFill>
                <a:latin typeface="Arial"/>
                <a:ea typeface="Arial"/>
                <a:cs typeface="Arial"/>
              </a:defRPr>
            </a:lvl6pPr>
            <a:lvl7pPr algn="ctr">
              <a:defRPr sz="3975" b="1">
                <a:solidFill>
                  <a:srgbClr val="111111"/>
                </a:solidFill>
                <a:latin typeface="Arial"/>
                <a:ea typeface="Arial"/>
                <a:cs typeface="Arial"/>
              </a:defRPr>
            </a:lvl7pPr>
            <a:lvl8pPr algn="ctr">
              <a:defRPr sz="3975" b="1">
                <a:solidFill>
                  <a:srgbClr val="111111"/>
                </a:solidFill>
                <a:latin typeface="Arial"/>
                <a:ea typeface="Arial"/>
                <a:cs typeface="Arial"/>
              </a:defRPr>
            </a:lvl8pPr>
            <a:lvl9pPr algn="ctr">
              <a:defRPr sz="3975" b="1">
                <a:solidFill>
                  <a:srgbClr val="111111"/>
                </a:solidFill>
                <a:latin typeface="Arial"/>
                <a:ea typeface="Arial"/>
                <a:cs typeface="Arial"/>
              </a:defRPr>
            </a:lvl9pPr>
          </a:lstStyle>
          <a:p xmlns:a="http://schemas.openxmlformats.org/drawingml/2006/main">
            <a:pPr algn="ctr">
              <a:lnSpc>
                <a:spcPct val="103000"/>
              </a:lnSpc>
              <a:buNone/>
              <a:defRPr sz="3975" b="1">
                <a:solidFill>
                  <a:srgbClr val="111111"/>
                </a:solidFill>
                <a:latin typeface="Arial"/>
                <a:ea typeface="Arial"/>
                <a:cs typeface="Arial"/>
              </a:defRPr>
            </a:pPr>
            <a:r>
              <a:rPr sz="3975" b="1">
                <a:solidFill>
                  <a:srgbClr val="111111"/>
                </a:solidFill>
                <a:latin typeface="Arial"/>
                <a:ea typeface="Arial"/>
                <a:cs typeface="Arial"/>
              </a:rPr>
              <a:t>GOVERNANÇA DE TI E GESTÃO</a:t>
            </a:r>
          </a:p>
          <a:p xmlns:a="http://schemas.openxmlformats.org/drawingml/2006/main">
            <a:pPr algn="ctr">
              <a:lnSpc>
                <a:spcPct val="103000"/>
              </a:lnSpc>
              <a:buNone/>
              <a:defRPr sz="3975" b="1">
                <a:solidFill>
                  <a:srgbClr val="111111"/>
                </a:solidFill>
                <a:latin typeface="Arial"/>
                <a:ea typeface="Arial"/>
                <a:cs typeface="Arial"/>
              </a:defRPr>
            </a:pPr>
            <a:r>
              <a:rPr sz="3975" b="1">
                <a:solidFill>
                  <a:srgbClr val="111111"/>
                </a:solidFill>
                <a:latin typeface="Arial"/>
                <a:ea typeface="Arial"/>
                <a:cs typeface="Arial"/>
              </a:rPr>
              <a:t>DE IDENTIDADES NOS LABORATÓRIOS</a:t>
            </a:r>
          </a:p>
          <a:p xmlns:a="http://schemas.openxmlformats.org/drawingml/2006/main">
            <a:pPr algn="ctr">
              <a:lnSpc>
                <a:spcPct val="103000"/>
              </a:lnSpc>
              <a:buNone/>
              <a:defRPr sz="3975" b="1">
                <a:solidFill>
                  <a:srgbClr val="111111"/>
                </a:solidFill>
                <a:latin typeface="Arial"/>
                <a:ea typeface="Arial"/>
                <a:cs typeface="Arial"/>
              </a:defRPr>
            </a:pPr>
            <a:r>
              <a:rPr sz="3975" b="1">
                <a:solidFill>
                  <a:srgbClr val="111111"/>
                </a:solidFill>
                <a:latin typeface="Arial"/>
                <a:ea typeface="Arial"/>
                <a:cs typeface="Arial"/>
              </a:rPr>
              <a:t>DA FATEC BARUERI</a:t>
            </a:r>
          </a:p>
        </p:txBody>
      </p:sp>
      <p:sp>
        <p:nvSpPr>
          <p:cNvPr id="6" name="nature">
            <a:extLst xmlns:a="http://schemas.openxmlformats.org/drawingml/2006/main">
              <a:ext uri="{FF2B5EF4-FFF2-40B4-BE49-F238E27FC236}">
                <a16:creationId xmlns:a16="http://schemas.microsoft.com/office/drawing/2014/main" id="{60A45D15-B055-4DDD-8C1F-A240A4B4E5F7}"/>
              </a:ext>
            </a:extLst>
          </p:cNvPr>
          <p:cNvSpPr>
            <a:spLocks xmlns:a="http://schemas.openxmlformats.org/drawingml/2006/main" noGrp="1"/>
          </p:cNvSpPr>
          <p:nvPr/>
        </p:nvSpPr>
        <p:spPr>
          <a:xfrm xmlns:a="http://schemas.openxmlformats.org/drawingml/2006/main">
            <a:off x="685800" y="5248275"/>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25" b="0">
                <a:solidFill>
                  <a:srgbClr val="111111"/>
                </a:solidFill>
                <a:latin typeface="Arial"/>
                <a:ea typeface="Arial"/>
                <a:cs typeface="Arial"/>
              </a:defRPr>
            </a:defPPr>
            <a:lvl1pPr algn="ctr">
              <a:defRPr sz="2025" b="0">
                <a:solidFill>
                  <a:srgbClr val="111111"/>
                </a:solidFill>
                <a:latin typeface="Arial"/>
                <a:ea typeface="Arial"/>
                <a:cs typeface="Arial"/>
              </a:defRPr>
            </a:lvl1pPr>
            <a:lvl2pPr algn="ctr">
              <a:defRPr sz="2025" b="0">
                <a:solidFill>
                  <a:srgbClr val="111111"/>
                </a:solidFill>
                <a:latin typeface="Arial"/>
                <a:ea typeface="Arial"/>
                <a:cs typeface="Arial"/>
              </a:defRPr>
            </a:lvl2pPr>
            <a:lvl3pPr algn="ctr">
              <a:defRPr sz="2025" b="0">
                <a:solidFill>
                  <a:srgbClr val="111111"/>
                </a:solidFill>
                <a:latin typeface="Arial"/>
                <a:ea typeface="Arial"/>
                <a:cs typeface="Arial"/>
              </a:defRPr>
            </a:lvl3pPr>
            <a:lvl4pPr algn="ctr">
              <a:defRPr sz="2025" b="0">
                <a:solidFill>
                  <a:srgbClr val="111111"/>
                </a:solidFill>
                <a:latin typeface="Arial"/>
                <a:ea typeface="Arial"/>
                <a:cs typeface="Arial"/>
              </a:defRPr>
            </a:lvl4pPr>
            <a:lvl5pPr algn="ctr">
              <a:defRPr sz="2025" b="0">
                <a:solidFill>
                  <a:srgbClr val="111111"/>
                </a:solidFill>
                <a:latin typeface="Arial"/>
                <a:ea typeface="Arial"/>
                <a:cs typeface="Arial"/>
              </a:defRPr>
            </a:lvl5pPr>
            <a:lvl6pPr algn="ctr">
              <a:defRPr sz="2025" b="0">
                <a:solidFill>
                  <a:srgbClr val="111111"/>
                </a:solidFill>
                <a:latin typeface="Arial"/>
                <a:ea typeface="Arial"/>
                <a:cs typeface="Arial"/>
              </a:defRPr>
            </a:lvl6pPr>
            <a:lvl7pPr algn="ctr">
              <a:defRPr sz="2025" b="0">
                <a:solidFill>
                  <a:srgbClr val="111111"/>
                </a:solidFill>
                <a:latin typeface="Arial"/>
                <a:ea typeface="Arial"/>
                <a:cs typeface="Arial"/>
              </a:defRPr>
            </a:lvl7pPr>
            <a:lvl8pPr algn="ctr">
              <a:defRPr sz="2025" b="0">
                <a:solidFill>
                  <a:srgbClr val="111111"/>
                </a:solidFill>
                <a:latin typeface="Arial"/>
                <a:ea typeface="Arial"/>
                <a:cs typeface="Arial"/>
              </a:defRPr>
            </a:lvl8pPr>
            <a:lvl9pPr algn="ctr">
              <a:defRPr sz="2025" b="0">
                <a:solidFill>
                  <a:srgbClr val="111111"/>
                </a:solidFill>
                <a:latin typeface="Arial"/>
                <a:ea typeface="Arial"/>
                <a:cs typeface="Arial"/>
              </a:defRPr>
            </a:lvl9pPr>
          </a:lstStyle>
          <a:p xmlns:a="http://schemas.openxmlformats.org/drawingml/2006/main">
            <a:pPr algn="ctr">
              <a:lnSpc>
                <a:spcPct val="113000"/>
              </a:lnSpc>
              <a:buNone/>
              <a:defRPr sz="2025" b="0">
                <a:solidFill>
                  <a:srgbClr val="111111"/>
                </a:solidFill>
                <a:latin typeface="Arial"/>
                <a:ea typeface="Arial"/>
                <a:cs typeface="Arial"/>
              </a:defRPr>
            </a:pPr>
            <a:r>
              <a:rPr sz="2025" b="0">
                <a:solidFill>
                  <a:srgbClr val="111111"/>
                </a:solidFill>
                <a:latin typeface="Arial"/>
                <a:ea typeface="Arial"/>
                <a:cs typeface="Arial"/>
              </a:rPr>
              <a:t>Projeto de pesquisa de Trabalho de Graduação I</a:t>
            </a:r>
          </a:p>
        </p:txBody>
      </p:sp>
      <p:sp>
        <p:nvSpPr>
          <p:cNvPr id="7" name="advisor">
            <a:extLst xmlns:a="http://schemas.openxmlformats.org/drawingml/2006/main">
              <a:ext uri="{FF2B5EF4-FFF2-40B4-BE49-F238E27FC236}">
                <a16:creationId xmlns:a16="http://schemas.microsoft.com/office/drawing/2014/main" id="{276FA84F-BA05-42D5-8D32-43912B23B677}"/>
              </a:ext>
            </a:extLst>
          </p:cNvPr>
          <p:cNvSpPr>
            <a:spLocks xmlns:a="http://schemas.openxmlformats.org/drawingml/2006/main" noGrp="1"/>
          </p:cNvSpPr>
          <p:nvPr/>
        </p:nvSpPr>
        <p:spPr>
          <a:xfrm xmlns:a="http://schemas.openxmlformats.org/drawingml/2006/main">
            <a:off x="685800" y="5686425"/>
            <a:ext cx="10820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0">
                <a:solidFill>
                  <a:srgbClr val="111111"/>
                </a:solidFill>
                <a:latin typeface="Arial"/>
                <a:ea typeface="Arial"/>
                <a:cs typeface="Arial"/>
              </a:defRPr>
            </a:defPPr>
            <a:lvl1pPr algn="ctr">
              <a:defRPr sz="1950" b="0">
                <a:solidFill>
                  <a:srgbClr val="111111"/>
                </a:solidFill>
                <a:latin typeface="Arial"/>
                <a:ea typeface="Arial"/>
                <a:cs typeface="Arial"/>
              </a:defRPr>
            </a:lvl1pPr>
            <a:lvl2pPr algn="ctr">
              <a:defRPr sz="1950" b="0">
                <a:solidFill>
                  <a:srgbClr val="111111"/>
                </a:solidFill>
                <a:latin typeface="Arial"/>
                <a:ea typeface="Arial"/>
                <a:cs typeface="Arial"/>
              </a:defRPr>
            </a:lvl2pPr>
            <a:lvl3pPr algn="ctr">
              <a:defRPr sz="1950" b="0">
                <a:solidFill>
                  <a:srgbClr val="111111"/>
                </a:solidFill>
                <a:latin typeface="Arial"/>
                <a:ea typeface="Arial"/>
                <a:cs typeface="Arial"/>
              </a:defRPr>
            </a:lvl3pPr>
            <a:lvl4pPr algn="ctr">
              <a:defRPr sz="1950" b="0">
                <a:solidFill>
                  <a:srgbClr val="111111"/>
                </a:solidFill>
                <a:latin typeface="Arial"/>
                <a:ea typeface="Arial"/>
                <a:cs typeface="Arial"/>
              </a:defRPr>
            </a:lvl4pPr>
            <a:lvl5pPr algn="ctr">
              <a:defRPr sz="1950" b="0">
                <a:solidFill>
                  <a:srgbClr val="111111"/>
                </a:solidFill>
                <a:latin typeface="Arial"/>
                <a:ea typeface="Arial"/>
                <a:cs typeface="Arial"/>
              </a:defRPr>
            </a:lvl5pPr>
            <a:lvl6pPr algn="ctr">
              <a:defRPr sz="1950" b="0">
                <a:solidFill>
                  <a:srgbClr val="111111"/>
                </a:solidFill>
                <a:latin typeface="Arial"/>
                <a:ea typeface="Arial"/>
                <a:cs typeface="Arial"/>
              </a:defRPr>
            </a:lvl6pPr>
            <a:lvl7pPr algn="ctr">
              <a:defRPr sz="1950" b="0">
                <a:solidFill>
                  <a:srgbClr val="111111"/>
                </a:solidFill>
                <a:latin typeface="Arial"/>
                <a:ea typeface="Arial"/>
                <a:cs typeface="Arial"/>
              </a:defRPr>
            </a:lvl7pPr>
            <a:lvl8pPr algn="ctr">
              <a:defRPr sz="1950" b="0">
                <a:solidFill>
                  <a:srgbClr val="111111"/>
                </a:solidFill>
                <a:latin typeface="Arial"/>
                <a:ea typeface="Arial"/>
                <a:cs typeface="Arial"/>
              </a:defRPr>
            </a:lvl8pPr>
            <a:lvl9pPr algn="ctr">
              <a:defRPr sz="1950" b="0">
                <a:solidFill>
                  <a:srgbClr val="111111"/>
                </a:solidFill>
                <a:latin typeface="Arial"/>
                <a:ea typeface="Arial"/>
                <a:cs typeface="Arial"/>
              </a:defRPr>
            </a:lvl9pPr>
          </a:lstStyle>
          <a:p xmlns:a="http://schemas.openxmlformats.org/drawingml/2006/main">
            <a:pPr algn="ctr">
              <a:lnSpc>
                <a:spcPct val="113000"/>
              </a:lnSpc>
              <a:buNone/>
              <a:defRPr sz="1950" b="0">
                <a:solidFill>
                  <a:srgbClr val="111111"/>
                </a:solidFill>
                <a:latin typeface="Arial"/>
                <a:ea typeface="Arial"/>
                <a:cs typeface="Arial"/>
              </a:defRPr>
            </a:pPr>
            <a:r>
              <a:rPr sz="1950" b="0">
                <a:solidFill>
                  <a:srgbClr val="111111"/>
                </a:solidFill>
                <a:latin typeface="Arial"/>
                <a:ea typeface="Arial"/>
                <a:cs typeface="Arial"/>
              </a:rPr>
              <a:t>Orientador: Vander Ribeiro</a:t>
            </a:r>
          </a:p>
        </p:txBody>
      </p:sp>
      <p:sp>
        <p:nvSpPr>
          <p:cNvPr id="8" name="place-year">
            <a:extLst xmlns:a="http://schemas.openxmlformats.org/drawingml/2006/main">
              <a:ext uri="{FF2B5EF4-FFF2-40B4-BE49-F238E27FC236}">
                <a16:creationId xmlns:a16="http://schemas.microsoft.com/office/drawing/2014/main" id="{C5312644-FFB7-4734-B5EB-3E35A618BC3A}"/>
              </a:ext>
            </a:extLst>
          </p:cNvPr>
          <p:cNvSpPr>
            <a:spLocks xmlns:a="http://schemas.openxmlformats.org/drawingml/2006/main" noGrp="1"/>
          </p:cNvSpPr>
          <p:nvPr/>
        </p:nvSpPr>
        <p:spPr>
          <a:xfrm xmlns:a="http://schemas.openxmlformats.org/drawingml/2006/main">
            <a:off x="685800" y="6200775"/>
            <a:ext cx="108204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111111"/>
                </a:solidFill>
                <a:latin typeface="Arial"/>
                <a:ea typeface="Arial"/>
                <a:cs typeface="Arial"/>
              </a:defRPr>
            </a:defPPr>
            <a:lvl1pPr algn="ctr">
              <a:defRPr sz="1725" b="0">
                <a:solidFill>
                  <a:srgbClr val="111111"/>
                </a:solidFill>
                <a:latin typeface="Arial"/>
                <a:ea typeface="Arial"/>
                <a:cs typeface="Arial"/>
              </a:defRPr>
            </a:lvl1pPr>
            <a:lvl2pPr algn="ctr">
              <a:defRPr sz="1725" b="0">
                <a:solidFill>
                  <a:srgbClr val="111111"/>
                </a:solidFill>
                <a:latin typeface="Arial"/>
                <a:ea typeface="Arial"/>
                <a:cs typeface="Arial"/>
              </a:defRPr>
            </a:lvl2pPr>
            <a:lvl3pPr algn="ctr">
              <a:defRPr sz="1725" b="0">
                <a:solidFill>
                  <a:srgbClr val="111111"/>
                </a:solidFill>
                <a:latin typeface="Arial"/>
                <a:ea typeface="Arial"/>
                <a:cs typeface="Arial"/>
              </a:defRPr>
            </a:lvl3pPr>
            <a:lvl4pPr algn="ctr">
              <a:defRPr sz="1725" b="0">
                <a:solidFill>
                  <a:srgbClr val="111111"/>
                </a:solidFill>
                <a:latin typeface="Arial"/>
                <a:ea typeface="Arial"/>
                <a:cs typeface="Arial"/>
              </a:defRPr>
            </a:lvl4pPr>
            <a:lvl5pPr algn="ctr">
              <a:defRPr sz="1725" b="0">
                <a:solidFill>
                  <a:srgbClr val="111111"/>
                </a:solidFill>
                <a:latin typeface="Arial"/>
                <a:ea typeface="Arial"/>
                <a:cs typeface="Arial"/>
              </a:defRPr>
            </a:lvl5pPr>
            <a:lvl6pPr algn="ctr">
              <a:defRPr sz="1725" b="0">
                <a:solidFill>
                  <a:srgbClr val="111111"/>
                </a:solidFill>
                <a:latin typeface="Arial"/>
                <a:ea typeface="Arial"/>
                <a:cs typeface="Arial"/>
              </a:defRPr>
            </a:lvl6pPr>
            <a:lvl7pPr algn="ctr">
              <a:defRPr sz="1725" b="0">
                <a:solidFill>
                  <a:srgbClr val="111111"/>
                </a:solidFill>
                <a:latin typeface="Arial"/>
                <a:ea typeface="Arial"/>
                <a:cs typeface="Arial"/>
              </a:defRPr>
            </a:lvl7pPr>
            <a:lvl8pPr algn="ctr">
              <a:defRPr sz="1725" b="0">
                <a:solidFill>
                  <a:srgbClr val="111111"/>
                </a:solidFill>
                <a:latin typeface="Arial"/>
                <a:ea typeface="Arial"/>
                <a:cs typeface="Arial"/>
              </a:defRPr>
            </a:lvl8pPr>
            <a:lvl9pPr algn="ctr">
              <a:defRPr sz="1725" b="0">
                <a:solidFill>
                  <a:srgbClr val="111111"/>
                </a:solidFill>
                <a:latin typeface="Arial"/>
                <a:ea typeface="Arial"/>
                <a:cs typeface="Arial"/>
              </a:defRPr>
            </a:lvl9pPr>
          </a:lstStyle>
          <a:p xmlns:a="http://schemas.openxmlformats.org/drawingml/2006/main">
            <a:pPr algn="ctr">
              <a:lnSpc>
                <a:spcPct val="103000"/>
              </a:lnSpc>
              <a:buNone/>
              <a:defRPr sz="1725" b="0">
                <a:solidFill>
                  <a:srgbClr val="111111"/>
                </a:solidFill>
                <a:latin typeface="Arial"/>
                <a:ea typeface="Arial"/>
                <a:cs typeface="Arial"/>
              </a:defRPr>
            </a:pPr>
            <a:r>
              <a:rPr sz="1725" b="0">
                <a:solidFill>
                  <a:srgbClr val="111111"/>
                </a:solidFill>
                <a:latin typeface="Arial"/>
                <a:ea typeface="Arial"/>
                <a:cs typeface="Arial"/>
              </a:rPr>
              <a:t>BARUERI</a:t>
            </a:r>
          </a:p>
          <a:p xmlns:a="http://schemas.openxmlformats.org/drawingml/2006/main">
            <a:pPr algn="ctr">
              <a:lnSpc>
                <a:spcPct val="103000"/>
              </a:lnSpc>
              <a:buNone/>
              <a:defRPr sz="1725" b="0">
                <a:solidFill>
                  <a:srgbClr val="111111"/>
                </a:solidFill>
                <a:latin typeface="Arial"/>
                <a:ea typeface="Arial"/>
                <a:cs typeface="Arial"/>
              </a:defRPr>
            </a:pPr>
            <a:r>
              <a:rPr sz="1725" b="0">
                <a:solidFill>
                  <a:srgbClr val="111111"/>
                </a:solidFill>
                <a:latin typeface="Arial"/>
                <a:ea typeface="Arial"/>
                <a:cs typeface="Arial"/>
              </a:rPr>
              <a:t>2026</a:t>
            </a:r>
          </a:p>
        </p:txBody>
      </p:sp>
    </p:spTree>
    <p:extLst>
      <p:ext uri="{BB962C8B-B14F-4D97-AF65-F5344CB8AC3E}">
        <p14:creationId xmlns:p14="http://schemas.microsoft.com/office/powerpoint/2010/main" val="208069063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C2401ADD-5FA2-40A4-8A43-08BFF495E764}"/>
              </a:ext>
            </a:extLst>
          </p:cNvPr>
          <p:cNvSpPr>
            <a:spLocks xmlns:a="http://schemas.openxmlformats.org/drawingml/2006/main" noGrp="1"/>
          </p:cNvSpPr>
          <p:nvPr/>
        </p:nvSpPr>
        <p:spPr>
          <a:xfrm xmlns:a="http://schemas.openxmlformats.org/drawingml/2006/main">
            <a:off x="685800" y="41910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11111"/>
                </a:solidFill>
                <a:latin typeface="Arial"/>
                <a:ea typeface="Arial"/>
                <a:cs typeface="Arial"/>
              </a:defRPr>
            </a:defPPr>
            <a:lvl1pPr algn="l">
              <a:defRPr sz="3300" b="1">
                <a:solidFill>
                  <a:srgbClr val="111111"/>
                </a:solidFill>
                <a:latin typeface="Arial"/>
                <a:ea typeface="Arial"/>
                <a:cs typeface="Arial"/>
              </a:defRPr>
            </a:lvl1pPr>
            <a:lvl2pPr algn="l">
              <a:defRPr sz="3300" b="1">
                <a:solidFill>
                  <a:srgbClr val="111111"/>
                </a:solidFill>
                <a:latin typeface="Arial"/>
                <a:ea typeface="Arial"/>
                <a:cs typeface="Arial"/>
              </a:defRPr>
            </a:lvl2pPr>
            <a:lvl3pPr algn="l">
              <a:defRPr sz="3300" b="1">
                <a:solidFill>
                  <a:srgbClr val="111111"/>
                </a:solidFill>
                <a:latin typeface="Arial"/>
                <a:ea typeface="Arial"/>
                <a:cs typeface="Arial"/>
              </a:defRPr>
            </a:lvl3pPr>
            <a:lvl4pPr algn="l">
              <a:defRPr sz="3300" b="1">
                <a:solidFill>
                  <a:srgbClr val="111111"/>
                </a:solidFill>
                <a:latin typeface="Arial"/>
                <a:ea typeface="Arial"/>
                <a:cs typeface="Arial"/>
              </a:defRPr>
            </a:lvl4pPr>
            <a:lvl5pPr algn="l">
              <a:defRPr sz="3300" b="1">
                <a:solidFill>
                  <a:srgbClr val="111111"/>
                </a:solidFill>
                <a:latin typeface="Arial"/>
                <a:ea typeface="Arial"/>
                <a:cs typeface="Arial"/>
              </a:defRPr>
            </a:lvl5pPr>
            <a:lvl6pPr algn="l">
              <a:defRPr sz="3300" b="1">
                <a:solidFill>
                  <a:srgbClr val="111111"/>
                </a:solidFill>
                <a:latin typeface="Arial"/>
                <a:ea typeface="Arial"/>
                <a:cs typeface="Arial"/>
              </a:defRPr>
            </a:lvl6pPr>
            <a:lvl7pPr algn="l">
              <a:defRPr sz="3300" b="1">
                <a:solidFill>
                  <a:srgbClr val="111111"/>
                </a:solidFill>
                <a:latin typeface="Arial"/>
                <a:ea typeface="Arial"/>
                <a:cs typeface="Arial"/>
              </a:defRPr>
            </a:lvl7pPr>
            <a:lvl8pPr algn="l">
              <a:defRPr sz="3300" b="1">
                <a:solidFill>
                  <a:srgbClr val="111111"/>
                </a:solidFill>
                <a:latin typeface="Arial"/>
                <a:ea typeface="Arial"/>
                <a:cs typeface="Arial"/>
              </a:defRPr>
            </a:lvl8pPr>
            <a:lvl9pPr algn="l">
              <a:defRPr sz="3300" b="1">
                <a:solidFill>
                  <a:srgbClr val="111111"/>
                </a:solidFill>
                <a:latin typeface="Arial"/>
                <a:ea typeface="Arial"/>
                <a:cs typeface="Arial"/>
              </a:defRPr>
            </a:lvl9pPr>
          </a:lstStyle>
          <a:p xmlns:a="http://schemas.openxmlformats.org/drawingml/2006/main">
            <a:pPr algn="l">
              <a:lnSpc>
                <a:spcPct val="113000"/>
              </a:lnSpc>
              <a:buNone/>
              <a:defRPr sz="3300" b="1">
                <a:solidFill>
                  <a:srgbClr val="111111"/>
                </a:solidFill>
                <a:latin typeface="Arial"/>
                <a:ea typeface="Arial"/>
                <a:cs typeface="Arial"/>
              </a:defRPr>
            </a:pPr>
            <a:r>
              <a:rPr sz="3300" b="1">
                <a:solidFill>
                  <a:srgbClr val="111111"/>
                </a:solidFill>
                <a:latin typeface="Arial"/>
                <a:ea typeface="Arial"/>
                <a:cs typeface="Arial"/>
              </a:rPr>
              <a:t>1 INTRODUÇÃO</a:t>
            </a:r>
          </a:p>
        </p:txBody>
      </p:sp>
      <p:sp>
        <p:nvSpPr>
          <p:cNvPr id="2" name="heading-rule">
            <a:extLst xmlns:a="http://schemas.openxmlformats.org/drawingml/2006/main">
              <a:ext uri="{FF2B5EF4-FFF2-40B4-BE49-F238E27FC236}">
                <a16:creationId xmlns:a16="http://schemas.microsoft.com/office/drawing/2014/main" id="{247F922A-6F38-4330-B7F2-A41B351842AB}"/>
              </a:ext>
            </a:extLst>
          </p:cNvPr>
          <p:cNvSpPr>
            <a:spLocks xmlns:a="http://schemas.openxmlformats.org/drawingml/2006/main" noGrp="1"/>
          </p:cNvSpPr>
          <p:nvPr/>
        </p:nvSpPr>
        <p:spPr>
          <a:xfrm xmlns:a="http://schemas.openxmlformats.org/drawingml/2006/main">
            <a:off x="685800" y="1171575"/>
            <a:ext cx="10820400" cy="0"/>
          </a:xfrm>
          <a:prstGeom xmlns:a="http://schemas.openxmlformats.org/drawingml/2006/main" prst="line">
            <a:avLst/>
          </a:prstGeom>
          <a:noFill xmlns:a="http://schemas.openxmlformats.org/drawingml/2006/main"/>
          <a:ln xmlns:a="http://schemas.openxmlformats.org/drawingml/2006/main" w="11430">
            <a:solidFill>
              <a:srgbClr val="AD1115"/>
            </a:solidFill>
            <a:prstDash val="solid"/>
          </a:ln>
        </p:spPr>
      </p:sp>
      <p:sp>
        <p:nvSpPr>
          <p:cNvPr id="3" name="institution-footer">
            <a:extLst xmlns:a="http://schemas.openxmlformats.org/drawingml/2006/main">
              <a:ext uri="{FF2B5EF4-FFF2-40B4-BE49-F238E27FC236}">
                <a16:creationId xmlns:a16="http://schemas.microsoft.com/office/drawing/2014/main" id="{EB95185A-EFA6-4D54-8DB8-A33D2E9FFDFE}"/>
              </a:ext>
            </a:extLst>
          </p:cNvPr>
          <p:cNvSpPr>
            <a:spLocks xmlns:a="http://schemas.openxmlformats.org/drawingml/2006/main" noGrp="1"/>
          </p:cNvSpPr>
          <p:nvPr/>
        </p:nvSpPr>
        <p:spPr>
          <a:xfrm xmlns:a="http://schemas.openxmlformats.org/drawingml/2006/main">
            <a:off x="685800" y="654367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64646"/>
                </a:solidFill>
                <a:latin typeface="Arial"/>
                <a:ea typeface="Arial"/>
                <a:cs typeface="Arial"/>
              </a:defRPr>
            </a:defPPr>
            <a:lvl1pPr algn="l">
              <a:defRPr sz="1350" b="0">
                <a:solidFill>
                  <a:srgbClr val="464646"/>
                </a:solidFill>
                <a:latin typeface="Arial"/>
                <a:ea typeface="Arial"/>
                <a:cs typeface="Arial"/>
              </a:defRPr>
            </a:lvl1pPr>
            <a:lvl2pPr algn="l">
              <a:defRPr sz="1350" b="0">
                <a:solidFill>
                  <a:srgbClr val="464646"/>
                </a:solidFill>
                <a:latin typeface="Arial"/>
                <a:ea typeface="Arial"/>
                <a:cs typeface="Arial"/>
              </a:defRPr>
            </a:lvl2pPr>
            <a:lvl3pPr algn="l">
              <a:defRPr sz="1350" b="0">
                <a:solidFill>
                  <a:srgbClr val="464646"/>
                </a:solidFill>
                <a:latin typeface="Arial"/>
                <a:ea typeface="Arial"/>
                <a:cs typeface="Arial"/>
              </a:defRPr>
            </a:lvl3pPr>
            <a:lvl4pPr algn="l">
              <a:defRPr sz="1350" b="0">
                <a:solidFill>
                  <a:srgbClr val="464646"/>
                </a:solidFill>
                <a:latin typeface="Arial"/>
                <a:ea typeface="Arial"/>
                <a:cs typeface="Arial"/>
              </a:defRPr>
            </a:lvl4pPr>
            <a:lvl5pPr algn="l">
              <a:defRPr sz="1350" b="0">
                <a:solidFill>
                  <a:srgbClr val="464646"/>
                </a:solidFill>
                <a:latin typeface="Arial"/>
                <a:ea typeface="Arial"/>
                <a:cs typeface="Arial"/>
              </a:defRPr>
            </a:lvl5pPr>
            <a:lvl6pPr algn="l">
              <a:defRPr sz="1350" b="0">
                <a:solidFill>
                  <a:srgbClr val="464646"/>
                </a:solidFill>
                <a:latin typeface="Arial"/>
                <a:ea typeface="Arial"/>
                <a:cs typeface="Arial"/>
              </a:defRPr>
            </a:lvl6pPr>
            <a:lvl7pPr algn="l">
              <a:defRPr sz="1350" b="0">
                <a:solidFill>
                  <a:srgbClr val="464646"/>
                </a:solidFill>
                <a:latin typeface="Arial"/>
                <a:ea typeface="Arial"/>
                <a:cs typeface="Arial"/>
              </a:defRPr>
            </a:lvl7pPr>
            <a:lvl8pPr algn="l">
              <a:defRPr sz="1350" b="0">
                <a:solidFill>
                  <a:srgbClr val="464646"/>
                </a:solidFill>
                <a:latin typeface="Arial"/>
                <a:ea typeface="Arial"/>
                <a:cs typeface="Arial"/>
              </a:defRPr>
            </a:lvl8pPr>
            <a:lvl9pPr algn="l">
              <a:defRPr sz="1350" b="0">
                <a:solidFill>
                  <a:srgbClr val="464646"/>
                </a:solidFill>
                <a:latin typeface="Arial"/>
                <a:ea typeface="Arial"/>
                <a:cs typeface="Arial"/>
              </a:defRPr>
            </a:lvl9pPr>
          </a:lstStyle>
          <a:p xmlns:a="http://schemas.openxmlformats.org/drawingml/2006/main">
            <a:pPr algn="l">
              <a:lnSpc>
                <a:spcPct val="113000"/>
              </a:lnSpc>
              <a:buNone/>
              <a:defRPr sz="1350" b="0">
                <a:solidFill>
                  <a:srgbClr val="464646"/>
                </a:solidFill>
                <a:latin typeface="Arial"/>
                <a:ea typeface="Arial"/>
                <a:cs typeface="Arial"/>
              </a:defRPr>
            </a:pPr>
            <a:r>
              <a:rPr sz="1350" b="0">
                <a:solidFill>
                  <a:srgbClr val="464646"/>
                </a:solidFill>
                <a:latin typeface="Arial"/>
                <a:ea typeface="Arial"/>
                <a:cs typeface="Arial"/>
              </a:rPr>
              <a:t>Fatec Barueri, Trabalho de Graduação I</a:t>
            </a:r>
          </a:p>
        </p:txBody>
      </p:sp>
      <p:sp>
        <p:nvSpPr>
          <p:cNvPr id="4" name="slide-number">
            <a:extLst xmlns:a="http://schemas.openxmlformats.org/drawingml/2006/main">
              <a:ext uri="{FF2B5EF4-FFF2-40B4-BE49-F238E27FC236}">
                <a16:creationId xmlns:a16="http://schemas.microsoft.com/office/drawing/2014/main" id="{6587F215-5B7E-46DF-A8C1-91098F13A92B}"/>
              </a:ext>
            </a:extLst>
          </p:cNvPr>
          <p:cNvSpPr>
            <a:spLocks xmlns:a="http://schemas.openxmlformats.org/drawingml/2006/main" noGrp="1"/>
          </p:cNvSpPr>
          <p:nvPr/>
        </p:nvSpPr>
        <p:spPr>
          <a:xfrm xmlns:a="http://schemas.openxmlformats.org/drawingml/2006/main">
            <a:off x="11049000" y="65151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464646"/>
                </a:solidFill>
                <a:latin typeface="Arial"/>
                <a:ea typeface="Arial"/>
                <a:cs typeface="Arial"/>
              </a:defRPr>
            </a:defPPr>
            <a:lvl1pPr algn="r">
              <a:defRPr sz="1500" b="0">
                <a:solidFill>
                  <a:srgbClr val="464646"/>
                </a:solidFill>
                <a:latin typeface="Arial"/>
                <a:ea typeface="Arial"/>
                <a:cs typeface="Arial"/>
              </a:defRPr>
            </a:lvl1pPr>
            <a:lvl2pPr algn="r">
              <a:defRPr sz="1500" b="0">
                <a:solidFill>
                  <a:srgbClr val="464646"/>
                </a:solidFill>
                <a:latin typeface="Arial"/>
                <a:ea typeface="Arial"/>
                <a:cs typeface="Arial"/>
              </a:defRPr>
            </a:lvl2pPr>
            <a:lvl3pPr algn="r">
              <a:defRPr sz="1500" b="0">
                <a:solidFill>
                  <a:srgbClr val="464646"/>
                </a:solidFill>
                <a:latin typeface="Arial"/>
                <a:ea typeface="Arial"/>
                <a:cs typeface="Arial"/>
              </a:defRPr>
            </a:lvl3pPr>
            <a:lvl4pPr algn="r">
              <a:defRPr sz="1500" b="0">
                <a:solidFill>
                  <a:srgbClr val="464646"/>
                </a:solidFill>
                <a:latin typeface="Arial"/>
                <a:ea typeface="Arial"/>
                <a:cs typeface="Arial"/>
              </a:defRPr>
            </a:lvl4pPr>
            <a:lvl5pPr algn="r">
              <a:defRPr sz="1500" b="0">
                <a:solidFill>
                  <a:srgbClr val="464646"/>
                </a:solidFill>
                <a:latin typeface="Arial"/>
                <a:ea typeface="Arial"/>
                <a:cs typeface="Arial"/>
              </a:defRPr>
            </a:lvl5pPr>
            <a:lvl6pPr algn="r">
              <a:defRPr sz="1500" b="0">
                <a:solidFill>
                  <a:srgbClr val="464646"/>
                </a:solidFill>
                <a:latin typeface="Arial"/>
                <a:ea typeface="Arial"/>
                <a:cs typeface="Arial"/>
              </a:defRPr>
            </a:lvl6pPr>
            <a:lvl7pPr algn="r">
              <a:defRPr sz="1500" b="0">
                <a:solidFill>
                  <a:srgbClr val="464646"/>
                </a:solidFill>
                <a:latin typeface="Arial"/>
                <a:ea typeface="Arial"/>
                <a:cs typeface="Arial"/>
              </a:defRPr>
            </a:lvl7pPr>
            <a:lvl8pPr algn="r">
              <a:defRPr sz="1500" b="0">
                <a:solidFill>
                  <a:srgbClr val="464646"/>
                </a:solidFill>
                <a:latin typeface="Arial"/>
                <a:ea typeface="Arial"/>
                <a:cs typeface="Arial"/>
              </a:defRPr>
            </a:lvl8pPr>
            <a:lvl9pPr algn="r">
              <a:defRPr sz="1500" b="0">
                <a:solidFill>
                  <a:srgbClr val="464646"/>
                </a:solidFill>
                <a:latin typeface="Arial"/>
                <a:ea typeface="Arial"/>
                <a:cs typeface="Arial"/>
              </a:defRPr>
            </a:lvl9pPr>
          </a:lstStyle>
          <a:p xmlns:a="http://schemas.openxmlformats.org/drawingml/2006/main">
            <a:pPr algn="r">
              <a:lnSpc>
                <a:spcPct val="113000"/>
              </a:lnSpc>
              <a:buNone/>
              <a:defRPr sz="1500" b="0">
                <a:solidFill>
                  <a:srgbClr val="464646"/>
                </a:solidFill>
                <a:latin typeface="Arial"/>
                <a:ea typeface="Arial"/>
                <a:cs typeface="Arial"/>
              </a:defRPr>
            </a:pPr>
            <a:r>
              <a:rPr sz="1500" b="0">
                <a:solidFill>
                  <a:srgbClr val="464646"/>
                </a:solidFill>
                <a:latin typeface="Arial"/>
                <a:ea typeface="Arial"/>
                <a:cs typeface="Arial"/>
              </a:rPr>
              <a:t>02</a:t>
            </a:r>
          </a:p>
        </p:txBody>
      </p:sp>
      <p:sp>
        <p:nvSpPr>
          <p:cNvPr id="5" name="context-heading">
            <a:extLst xmlns:a="http://schemas.openxmlformats.org/drawingml/2006/main">
              <a:ext uri="{FF2B5EF4-FFF2-40B4-BE49-F238E27FC236}">
                <a16:creationId xmlns:a16="http://schemas.microsoft.com/office/drawing/2014/main" id="{1B001AFD-A397-4E2F-B8F4-90888662882C}"/>
              </a:ext>
            </a:extLst>
          </p:cNvPr>
          <p:cNvSpPr>
            <a:spLocks xmlns:a="http://schemas.openxmlformats.org/drawingml/2006/main" noGrp="1"/>
          </p:cNvSpPr>
          <p:nvPr/>
        </p:nvSpPr>
        <p:spPr>
          <a:xfrm xmlns:a="http://schemas.openxmlformats.org/drawingml/2006/main">
            <a:off x="685800" y="149542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11111"/>
                </a:solidFill>
                <a:latin typeface="Arial"/>
                <a:ea typeface="Arial"/>
                <a:cs typeface="Arial"/>
              </a:defRPr>
            </a:defPPr>
            <a:lvl1pPr algn="l">
              <a:defRPr sz="2250" b="1">
                <a:solidFill>
                  <a:srgbClr val="111111"/>
                </a:solidFill>
                <a:latin typeface="Arial"/>
                <a:ea typeface="Arial"/>
                <a:cs typeface="Arial"/>
              </a:defRPr>
            </a:lvl1pPr>
            <a:lvl2pPr algn="l">
              <a:defRPr sz="2250" b="1">
                <a:solidFill>
                  <a:srgbClr val="111111"/>
                </a:solidFill>
                <a:latin typeface="Arial"/>
                <a:ea typeface="Arial"/>
                <a:cs typeface="Arial"/>
              </a:defRPr>
            </a:lvl2pPr>
            <a:lvl3pPr algn="l">
              <a:defRPr sz="2250" b="1">
                <a:solidFill>
                  <a:srgbClr val="111111"/>
                </a:solidFill>
                <a:latin typeface="Arial"/>
                <a:ea typeface="Arial"/>
                <a:cs typeface="Arial"/>
              </a:defRPr>
            </a:lvl3pPr>
            <a:lvl4pPr algn="l">
              <a:defRPr sz="2250" b="1">
                <a:solidFill>
                  <a:srgbClr val="111111"/>
                </a:solidFill>
                <a:latin typeface="Arial"/>
                <a:ea typeface="Arial"/>
                <a:cs typeface="Arial"/>
              </a:defRPr>
            </a:lvl4pPr>
            <a:lvl5pPr algn="l">
              <a:defRPr sz="2250" b="1">
                <a:solidFill>
                  <a:srgbClr val="111111"/>
                </a:solidFill>
                <a:latin typeface="Arial"/>
                <a:ea typeface="Arial"/>
                <a:cs typeface="Arial"/>
              </a:defRPr>
            </a:lvl5pPr>
            <a:lvl6pPr algn="l">
              <a:defRPr sz="2250" b="1">
                <a:solidFill>
                  <a:srgbClr val="111111"/>
                </a:solidFill>
                <a:latin typeface="Arial"/>
                <a:ea typeface="Arial"/>
                <a:cs typeface="Arial"/>
              </a:defRPr>
            </a:lvl6pPr>
            <a:lvl7pPr algn="l">
              <a:defRPr sz="2250" b="1">
                <a:solidFill>
                  <a:srgbClr val="111111"/>
                </a:solidFill>
                <a:latin typeface="Arial"/>
                <a:ea typeface="Arial"/>
                <a:cs typeface="Arial"/>
              </a:defRPr>
            </a:lvl7pPr>
            <a:lvl8pPr algn="l">
              <a:defRPr sz="2250" b="1">
                <a:solidFill>
                  <a:srgbClr val="111111"/>
                </a:solidFill>
                <a:latin typeface="Arial"/>
                <a:ea typeface="Arial"/>
                <a:cs typeface="Arial"/>
              </a:defRPr>
            </a:lvl8pPr>
            <a:lvl9pPr algn="l">
              <a:defRPr sz="2250" b="1">
                <a:solidFill>
                  <a:srgbClr val="111111"/>
                </a:solidFill>
                <a:latin typeface="Arial"/>
                <a:ea typeface="Arial"/>
                <a:cs typeface="Arial"/>
              </a:defRPr>
            </a:lvl9pPr>
          </a:lstStyle>
          <a:p xmlns:a="http://schemas.openxmlformats.org/drawingml/2006/main">
            <a:pPr algn="l">
              <a:lnSpc>
                <a:spcPct val="113000"/>
              </a:lnSpc>
              <a:buNone/>
              <a:defRPr sz="2250" b="1">
                <a:solidFill>
                  <a:srgbClr val="111111"/>
                </a:solidFill>
                <a:latin typeface="Arial"/>
                <a:ea typeface="Arial"/>
                <a:cs typeface="Arial"/>
              </a:defRPr>
            </a:pPr>
            <a:r>
              <a:rPr sz="2250" b="1">
                <a:solidFill>
                  <a:srgbClr val="111111"/>
                </a:solidFill>
                <a:latin typeface="Arial"/>
                <a:ea typeface="Arial"/>
                <a:cs typeface="Arial"/>
              </a:rPr>
              <a:t>Contextualização e delimitação</a:t>
            </a:r>
          </a:p>
        </p:txBody>
      </p:sp>
      <p:sp>
        <p:nvSpPr>
          <p:cNvPr id="6" name="context">
            <a:extLst xmlns:a="http://schemas.openxmlformats.org/drawingml/2006/main">
              <a:ext uri="{FF2B5EF4-FFF2-40B4-BE49-F238E27FC236}">
                <a16:creationId xmlns:a16="http://schemas.microsoft.com/office/drawing/2014/main" id="{24EE9542-EB50-4DA2-A605-339E87208975}"/>
              </a:ext>
            </a:extLst>
          </p:cNvPr>
          <p:cNvSpPr>
            <a:spLocks xmlns:a="http://schemas.openxmlformats.org/drawingml/2006/main" noGrp="1"/>
          </p:cNvSpPr>
          <p:nvPr/>
        </p:nvSpPr>
        <p:spPr>
          <a:xfrm xmlns:a="http://schemas.openxmlformats.org/drawingml/2006/main">
            <a:off x="685800" y="2009775"/>
            <a:ext cx="108204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11111"/>
                </a:solidFill>
                <a:latin typeface="Arial"/>
                <a:ea typeface="Arial"/>
                <a:cs typeface="Arial"/>
              </a:defRPr>
            </a:defPPr>
            <a:lvl1pPr algn="l">
              <a:defRPr sz="2250" b="0">
                <a:solidFill>
                  <a:srgbClr val="111111"/>
                </a:solidFill>
                <a:latin typeface="Arial"/>
                <a:ea typeface="Arial"/>
                <a:cs typeface="Arial"/>
              </a:defRPr>
            </a:lvl1pPr>
            <a:lvl2pPr algn="l">
              <a:defRPr sz="2250" b="0">
                <a:solidFill>
                  <a:srgbClr val="111111"/>
                </a:solidFill>
                <a:latin typeface="Arial"/>
                <a:ea typeface="Arial"/>
                <a:cs typeface="Arial"/>
              </a:defRPr>
            </a:lvl2pPr>
            <a:lvl3pPr algn="l">
              <a:defRPr sz="2250" b="0">
                <a:solidFill>
                  <a:srgbClr val="111111"/>
                </a:solidFill>
                <a:latin typeface="Arial"/>
                <a:ea typeface="Arial"/>
                <a:cs typeface="Arial"/>
              </a:defRPr>
            </a:lvl3pPr>
            <a:lvl4pPr algn="l">
              <a:defRPr sz="2250" b="0">
                <a:solidFill>
                  <a:srgbClr val="111111"/>
                </a:solidFill>
                <a:latin typeface="Arial"/>
                <a:ea typeface="Arial"/>
                <a:cs typeface="Arial"/>
              </a:defRPr>
            </a:lvl4pPr>
            <a:lvl5pPr algn="l">
              <a:defRPr sz="2250" b="0">
                <a:solidFill>
                  <a:srgbClr val="111111"/>
                </a:solidFill>
                <a:latin typeface="Arial"/>
                <a:ea typeface="Arial"/>
                <a:cs typeface="Arial"/>
              </a:defRPr>
            </a:lvl5pPr>
            <a:lvl6pPr algn="l">
              <a:defRPr sz="2250" b="0">
                <a:solidFill>
                  <a:srgbClr val="111111"/>
                </a:solidFill>
                <a:latin typeface="Arial"/>
                <a:ea typeface="Arial"/>
                <a:cs typeface="Arial"/>
              </a:defRPr>
            </a:lvl6pPr>
            <a:lvl7pPr algn="l">
              <a:defRPr sz="2250" b="0">
                <a:solidFill>
                  <a:srgbClr val="111111"/>
                </a:solidFill>
                <a:latin typeface="Arial"/>
                <a:ea typeface="Arial"/>
                <a:cs typeface="Arial"/>
              </a:defRPr>
            </a:lvl7pPr>
            <a:lvl8pPr algn="l">
              <a:defRPr sz="2250" b="0">
                <a:solidFill>
                  <a:srgbClr val="111111"/>
                </a:solidFill>
                <a:latin typeface="Arial"/>
                <a:ea typeface="Arial"/>
                <a:cs typeface="Arial"/>
              </a:defRPr>
            </a:lvl8pPr>
            <a:lvl9pPr algn="l">
              <a:defRPr sz="2250" b="0">
                <a:solidFill>
                  <a:srgbClr val="111111"/>
                </a:solidFill>
                <a:latin typeface="Arial"/>
                <a:ea typeface="Arial"/>
                <a:cs typeface="Arial"/>
              </a:defRPr>
            </a:lvl9pPr>
          </a:lstStyle>
          <a:p xmlns:a="http://schemas.openxmlformats.org/drawingml/2006/main">
            <a:pPr algn="l">
              <a:lnSpc>
                <a:spcPct val="113000"/>
              </a:lnSpc>
              <a:buNone/>
              <a:defRPr sz="2250" b="0">
                <a:solidFill>
                  <a:srgbClr val="111111"/>
                </a:solidFill>
                <a:latin typeface="Arial"/>
                <a:ea typeface="Arial"/>
                <a:cs typeface="Arial"/>
              </a:defRPr>
            </a:pPr>
            <a:r>
              <a:rPr sz="2250" b="0">
                <a:solidFill>
                  <a:srgbClr val="111111"/>
                </a:solidFill>
                <a:latin typeface="Arial"/>
                <a:ea typeface="Arial"/>
                <a:cs typeface="Arial"/>
              </a:rPr>
              <a:t>Os laboratórios de informática apoiam as atividades práticas da Fatec Barueri. Os documentos preliminares relatam contas locais compartilhadas e dificuldades de acesso, desempenho e atendimento.</a:t>
            </a:r>
          </a:p>
        </p:txBody>
      </p:sp>
      <p:sp>
        <p:nvSpPr>
          <p:cNvPr id="7" name="research-question-heading">
            <a:extLst xmlns:a="http://schemas.openxmlformats.org/drawingml/2006/main">
              <a:ext uri="{FF2B5EF4-FFF2-40B4-BE49-F238E27FC236}">
                <a16:creationId xmlns:a16="http://schemas.microsoft.com/office/drawing/2014/main" id="{EC7B84F7-48BA-4B71-9BF4-0A42B8F3E68B}"/>
              </a:ext>
            </a:extLst>
          </p:cNvPr>
          <p:cNvSpPr>
            <a:spLocks xmlns:a="http://schemas.openxmlformats.org/drawingml/2006/main" noGrp="1"/>
          </p:cNvSpPr>
          <p:nvPr/>
        </p:nvSpPr>
        <p:spPr>
          <a:xfrm xmlns:a="http://schemas.openxmlformats.org/drawingml/2006/main">
            <a:off x="685800" y="33147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11111"/>
                </a:solidFill>
                <a:latin typeface="Arial"/>
                <a:ea typeface="Arial"/>
                <a:cs typeface="Arial"/>
              </a:defRPr>
            </a:defPPr>
            <a:lvl1pPr algn="l">
              <a:defRPr sz="2250" b="1">
                <a:solidFill>
                  <a:srgbClr val="111111"/>
                </a:solidFill>
                <a:latin typeface="Arial"/>
                <a:ea typeface="Arial"/>
                <a:cs typeface="Arial"/>
              </a:defRPr>
            </a:lvl1pPr>
            <a:lvl2pPr algn="l">
              <a:defRPr sz="2250" b="1">
                <a:solidFill>
                  <a:srgbClr val="111111"/>
                </a:solidFill>
                <a:latin typeface="Arial"/>
                <a:ea typeface="Arial"/>
                <a:cs typeface="Arial"/>
              </a:defRPr>
            </a:lvl2pPr>
            <a:lvl3pPr algn="l">
              <a:defRPr sz="2250" b="1">
                <a:solidFill>
                  <a:srgbClr val="111111"/>
                </a:solidFill>
                <a:latin typeface="Arial"/>
                <a:ea typeface="Arial"/>
                <a:cs typeface="Arial"/>
              </a:defRPr>
            </a:lvl3pPr>
            <a:lvl4pPr algn="l">
              <a:defRPr sz="2250" b="1">
                <a:solidFill>
                  <a:srgbClr val="111111"/>
                </a:solidFill>
                <a:latin typeface="Arial"/>
                <a:ea typeface="Arial"/>
                <a:cs typeface="Arial"/>
              </a:defRPr>
            </a:lvl4pPr>
            <a:lvl5pPr algn="l">
              <a:defRPr sz="2250" b="1">
                <a:solidFill>
                  <a:srgbClr val="111111"/>
                </a:solidFill>
                <a:latin typeface="Arial"/>
                <a:ea typeface="Arial"/>
                <a:cs typeface="Arial"/>
              </a:defRPr>
            </a:lvl5pPr>
            <a:lvl6pPr algn="l">
              <a:defRPr sz="2250" b="1">
                <a:solidFill>
                  <a:srgbClr val="111111"/>
                </a:solidFill>
                <a:latin typeface="Arial"/>
                <a:ea typeface="Arial"/>
                <a:cs typeface="Arial"/>
              </a:defRPr>
            </a:lvl6pPr>
            <a:lvl7pPr algn="l">
              <a:defRPr sz="2250" b="1">
                <a:solidFill>
                  <a:srgbClr val="111111"/>
                </a:solidFill>
                <a:latin typeface="Arial"/>
                <a:ea typeface="Arial"/>
                <a:cs typeface="Arial"/>
              </a:defRPr>
            </a:lvl7pPr>
            <a:lvl8pPr algn="l">
              <a:defRPr sz="2250" b="1">
                <a:solidFill>
                  <a:srgbClr val="111111"/>
                </a:solidFill>
                <a:latin typeface="Arial"/>
                <a:ea typeface="Arial"/>
                <a:cs typeface="Arial"/>
              </a:defRPr>
            </a:lvl8pPr>
            <a:lvl9pPr algn="l">
              <a:defRPr sz="2250" b="1">
                <a:solidFill>
                  <a:srgbClr val="111111"/>
                </a:solidFill>
                <a:latin typeface="Arial"/>
                <a:ea typeface="Arial"/>
                <a:cs typeface="Arial"/>
              </a:defRPr>
            </a:lvl9pPr>
          </a:lstStyle>
          <a:p xmlns:a="http://schemas.openxmlformats.org/drawingml/2006/main">
            <a:pPr algn="l">
              <a:lnSpc>
                <a:spcPct val="113000"/>
              </a:lnSpc>
              <a:buNone/>
              <a:defRPr sz="2250" b="1">
                <a:solidFill>
                  <a:srgbClr val="111111"/>
                </a:solidFill>
                <a:latin typeface="Arial"/>
                <a:ea typeface="Arial"/>
                <a:cs typeface="Arial"/>
              </a:defRPr>
            </a:pPr>
            <a:r>
              <a:rPr sz="2250" b="1">
                <a:solidFill>
                  <a:srgbClr val="111111"/>
                </a:solidFill>
                <a:latin typeface="Arial"/>
                <a:ea typeface="Arial"/>
                <a:cs typeface="Arial"/>
              </a:rPr>
              <a:t>Problema de pesquisa</a:t>
            </a:r>
          </a:p>
        </p:txBody>
      </p:sp>
      <p:sp>
        <p:nvSpPr>
          <p:cNvPr id="8" name="research-question">
            <a:extLst xmlns:a="http://schemas.openxmlformats.org/drawingml/2006/main">
              <a:ext uri="{FF2B5EF4-FFF2-40B4-BE49-F238E27FC236}">
                <a16:creationId xmlns:a16="http://schemas.microsoft.com/office/drawing/2014/main" id="{1A269B1F-9B3B-477F-A20B-2410D498AB27}"/>
              </a:ext>
            </a:extLst>
          </p:cNvPr>
          <p:cNvSpPr>
            <a:spLocks xmlns:a="http://schemas.openxmlformats.org/drawingml/2006/main" noGrp="1"/>
          </p:cNvSpPr>
          <p:nvPr/>
        </p:nvSpPr>
        <p:spPr>
          <a:xfrm xmlns:a="http://schemas.openxmlformats.org/drawingml/2006/main">
            <a:off x="685800" y="3848100"/>
            <a:ext cx="108204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11111"/>
                </a:solidFill>
                <a:latin typeface="Arial"/>
                <a:ea typeface="Arial"/>
                <a:cs typeface="Arial"/>
              </a:defRPr>
            </a:defPPr>
            <a:lvl1pPr algn="l">
              <a:defRPr sz="2250" b="0">
                <a:solidFill>
                  <a:srgbClr val="111111"/>
                </a:solidFill>
                <a:latin typeface="Arial"/>
                <a:ea typeface="Arial"/>
                <a:cs typeface="Arial"/>
              </a:defRPr>
            </a:lvl1pPr>
            <a:lvl2pPr algn="l">
              <a:defRPr sz="2250" b="0">
                <a:solidFill>
                  <a:srgbClr val="111111"/>
                </a:solidFill>
                <a:latin typeface="Arial"/>
                <a:ea typeface="Arial"/>
                <a:cs typeface="Arial"/>
              </a:defRPr>
            </a:lvl2pPr>
            <a:lvl3pPr algn="l">
              <a:defRPr sz="2250" b="0">
                <a:solidFill>
                  <a:srgbClr val="111111"/>
                </a:solidFill>
                <a:latin typeface="Arial"/>
                <a:ea typeface="Arial"/>
                <a:cs typeface="Arial"/>
              </a:defRPr>
            </a:lvl3pPr>
            <a:lvl4pPr algn="l">
              <a:defRPr sz="2250" b="0">
                <a:solidFill>
                  <a:srgbClr val="111111"/>
                </a:solidFill>
                <a:latin typeface="Arial"/>
                <a:ea typeface="Arial"/>
                <a:cs typeface="Arial"/>
              </a:defRPr>
            </a:lvl4pPr>
            <a:lvl5pPr algn="l">
              <a:defRPr sz="2250" b="0">
                <a:solidFill>
                  <a:srgbClr val="111111"/>
                </a:solidFill>
                <a:latin typeface="Arial"/>
                <a:ea typeface="Arial"/>
                <a:cs typeface="Arial"/>
              </a:defRPr>
            </a:lvl5pPr>
            <a:lvl6pPr algn="l">
              <a:defRPr sz="2250" b="0">
                <a:solidFill>
                  <a:srgbClr val="111111"/>
                </a:solidFill>
                <a:latin typeface="Arial"/>
                <a:ea typeface="Arial"/>
                <a:cs typeface="Arial"/>
              </a:defRPr>
            </a:lvl6pPr>
            <a:lvl7pPr algn="l">
              <a:defRPr sz="2250" b="0">
                <a:solidFill>
                  <a:srgbClr val="111111"/>
                </a:solidFill>
                <a:latin typeface="Arial"/>
                <a:ea typeface="Arial"/>
                <a:cs typeface="Arial"/>
              </a:defRPr>
            </a:lvl7pPr>
            <a:lvl8pPr algn="l">
              <a:defRPr sz="2250" b="0">
                <a:solidFill>
                  <a:srgbClr val="111111"/>
                </a:solidFill>
                <a:latin typeface="Arial"/>
                <a:ea typeface="Arial"/>
                <a:cs typeface="Arial"/>
              </a:defRPr>
            </a:lvl8pPr>
            <a:lvl9pPr algn="l">
              <a:defRPr sz="2250" b="0">
                <a:solidFill>
                  <a:srgbClr val="111111"/>
                </a:solidFill>
                <a:latin typeface="Arial"/>
                <a:ea typeface="Arial"/>
                <a:cs typeface="Arial"/>
              </a:defRPr>
            </a:lvl9pPr>
          </a:lstStyle>
          <a:p xmlns:a="http://schemas.openxmlformats.org/drawingml/2006/main">
            <a:pPr algn="l">
              <a:lnSpc>
                <a:spcPct val="113000"/>
              </a:lnSpc>
              <a:buNone/>
              <a:defRPr sz="2250" b="0">
                <a:solidFill>
                  <a:srgbClr val="111111"/>
                </a:solidFill>
                <a:latin typeface="Arial"/>
                <a:ea typeface="Arial"/>
                <a:cs typeface="Arial"/>
              </a:defRPr>
            </a:pPr>
            <a:r>
              <a:rPr sz="2250" b="0">
                <a:solidFill>
                  <a:srgbClr val="111111"/>
                </a:solidFill>
                <a:latin typeface="Arial"/>
                <a:ea typeface="Arial"/>
                <a:cs typeface="Arial"/>
              </a:rPr>
              <a:t>Como práticas de governança de TI podem orientar uma proposta de melhoria da gestão de identidades e acessos aos laboratórios da Fatec Barueri, compatível com as necessidades acadêmicas, a proteção de dados e a capacidade de manutenção da instituição?</a:t>
            </a:r>
          </a:p>
        </p:txBody>
      </p:sp>
      <p:sp>
        <p:nvSpPr>
          <p:cNvPr id="9" name="scope">
            <a:extLst xmlns:a="http://schemas.openxmlformats.org/drawingml/2006/main">
              <a:ext uri="{FF2B5EF4-FFF2-40B4-BE49-F238E27FC236}">
                <a16:creationId xmlns:a16="http://schemas.microsoft.com/office/drawing/2014/main" id="{73E66566-4E3A-4935-B0BF-F07AC0E92B07}"/>
              </a:ext>
            </a:extLst>
          </p:cNvPr>
          <p:cNvSpPr>
            <a:spLocks xmlns:a="http://schemas.openxmlformats.org/drawingml/2006/main" noGrp="1"/>
          </p:cNvSpPr>
          <p:nvPr/>
        </p:nvSpPr>
        <p:spPr>
          <a:xfrm xmlns:a="http://schemas.openxmlformats.org/drawingml/2006/main">
            <a:off x="685800" y="56007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11111"/>
                </a:solidFill>
                <a:latin typeface="Arial"/>
                <a:ea typeface="Arial"/>
                <a:cs typeface="Arial"/>
              </a:defRPr>
            </a:defPPr>
            <a:lvl1pPr algn="l">
              <a:defRPr sz="1875" b="0">
                <a:solidFill>
                  <a:srgbClr val="111111"/>
                </a:solidFill>
                <a:latin typeface="Arial"/>
                <a:ea typeface="Arial"/>
                <a:cs typeface="Arial"/>
              </a:defRPr>
            </a:lvl1pPr>
            <a:lvl2pPr algn="l">
              <a:defRPr sz="1875" b="0">
                <a:solidFill>
                  <a:srgbClr val="111111"/>
                </a:solidFill>
                <a:latin typeface="Arial"/>
                <a:ea typeface="Arial"/>
                <a:cs typeface="Arial"/>
              </a:defRPr>
            </a:lvl2pPr>
            <a:lvl3pPr algn="l">
              <a:defRPr sz="1875" b="0">
                <a:solidFill>
                  <a:srgbClr val="111111"/>
                </a:solidFill>
                <a:latin typeface="Arial"/>
                <a:ea typeface="Arial"/>
                <a:cs typeface="Arial"/>
              </a:defRPr>
            </a:lvl3pPr>
            <a:lvl4pPr algn="l">
              <a:defRPr sz="1875" b="0">
                <a:solidFill>
                  <a:srgbClr val="111111"/>
                </a:solidFill>
                <a:latin typeface="Arial"/>
                <a:ea typeface="Arial"/>
                <a:cs typeface="Arial"/>
              </a:defRPr>
            </a:lvl4pPr>
            <a:lvl5pPr algn="l">
              <a:defRPr sz="1875" b="0">
                <a:solidFill>
                  <a:srgbClr val="111111"/>
                </a:solidFill>
                <a:latin typeface="Arial"/>
                <a:ea typeface="Arial"/>
                <a:cs typeface="Arial"/>
              </a:defRPr>
            </a:lvl5pPr>
            <a:lvl6pPr algn="l">
              <a:defRPr sz="1875" b="0">
                <a:solidFill>
                  <a:srgbClr val="111111"/>
                </a:solidFill>
                <a:latin typeface="Arial"/>
                <a:ea typeface="Arial"/>
                <a:cs typeface="Arial"/>
              </a:defRPr>
            </a:lvl6pPr>
            <a:lvl7pPr algn="l">
              <a:defRPr sz="1875" b="0">
                <a:solidFill>
                  <a:srgbClr val="111111"/>
                </a:solidFill>
                <a:latin typeface="Arial"/>
                <a:ea typeface="Arial"/>
                <a:cs typeface="Arial"/>
              </a:defRPr>
            </a:lvl7pPr>
            <a:lvl8pPr algn="l">
              <a:defRPr sz="1875" b="0">
                <a:solidFill>
                  <a:srgbClr val="111111"/>
                </a:solidFill>
                <a:latin typeface="Arial"/>
                <a:ea typeface="Arial"/>
                <a:cs typeface="Arial"/>
              </a:defRPr>
            </a:lvl8pPr>
            <a:lvl9pPr algn="l">
              <a:defRPr sz="1875" b="0">
                <a:solidFill>
                  <a:srgbClr val="111111"/>
                </a:solidFill>
                <a:latin typeface="Arial"/>
                <a:ea typeface="Arial"/>
                <a:cs typeface="Arial"/>
              </a:defRPr>
            </a:lvl9pPr>
          </a:lstStyle>
          <a:p xmlns:a="http://schemas.openxmlformats.org/drawingml/2006/main">
            <a:pPr algn="l">
              <a:lnSpc>
                <a:spcPct val="113000"/>
              </a:lnSpc>
              <a:buNone/>
              <a:defRPr sz="1875" b="0">
                <a:solidFill>
                  <a:srgbClr val="111111"/>
                </a:solidFill>
                <a:latin typeface="Arial"/>
                <a:ea typeface="Arial"/>
                <a:cs typeface="Arial"/>
              </a:defRPr>
            </a:pPr>
            <a:r>
              <a:rPr sz="1875" b="0">
                <a:solidFill>
                  <a:srgbClr val="111111"/>
                </a:solidFill>
                <a:latin typeface="Arial"/>
                <a:ea typeface="Arial"/>
                <a:cs typeface="Arial"/>
              </a:rPr>
              <a:t>O TG I abrange fundamentação, diagnóstico preliminar e planejamento. A implantação e os testes constituem etapas futuras.</a:t>
            </a:r>
          </a:p>
        </p:txBody>
      </p:sp>
      <p:sp>
        <p:nvSpPr>
          <p:cNvPr id="10" name="source">
            <a:extLst xmlns:a="http://schemas.openxmlformats.org/drawingml/2006/main">
              <a:ext uri="{FF2B5EF4-FFF2-40B4-BE49-F238E27FC236}">
                <a16:creationId xmlns:a16="http://schemas.microsoft.com/office/drawing/2014/main" id="{436F61CB-270B-4B69-B00D-8279BF3CC491}"/>
              </a:ext>
            </a:extLst>
          </p:cNvPr>
          <p:cNvSpPr>
            <a:spLocks xmlns:a="http://schemas.openxmlformats.org/drawingml/2006/main" noGrp="1"/>
          </p:cNvSpPr>
          <p:nvPr/>
        </p:nvSpPr>
        <p:spPr>
          <a:xfrm xmlns:a="http://schemas.openxmlformats.org/drawingml/2006/main">
            <a:off x="685800" y="6229350"/>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464646"/>
                </a:solidFill>
                <a:latin typeface="Arial"/>
                <a:ea typeface="Arial"/>
                <a:cs typeface="Arial"/>
              </a:defRPr>
            </a:defPPr>
            <a:lvl1pPr algn="l">
              <a:defRPr sz="1500" b="0">
                <a:solidFill>
                  <a:srgbClr val="464646"/>
                </a:solidFill>
                <a:latin typeface="Arial"/>
                <a:ea typeface="Arial"/>
                <a:cs typeface="Arial"/>
              </a:defRPr>
            </a:lvl1pPr>
            <a:lvl2pPr algn="l">
              <a:defRPr sz="1500" b="0">
                <a:solidFill>
                  <a:srgbClr val="464646"/>
                </a:solidFill>
                <a:latin typeface="Arial"/>
                <a:ea typeface="Arial"/>
                <a:cs typeface="Arial"/>
              </a:defRPr>
            </a:lvl2pPr>
            <a:lvl3pPr algn="l">
              <a:defRPr sz="1500" b="0">
                <a:solidFill>
                  <a:srgbClr val="464646"/>
                </a:solidFill>
                <a:latin typeface="Arial"/>
                <a:ea typeface="Arial"/>
                <a:cs typeface="Arial"/>
              </a:defRPr>
            </a:lvl3pPr>
            <a:lvl4pPr algn="l">
              <a:defRPr sz="1500" b="0">
                <a:solidFill>
                  <a:srgbClr val="464646"/>
                </a:solidFill>
                <a:latin typeface="Arial"/>
                <a:ea typeface="Arial"/>
                <a:cs typeface="Arial"/>
              </a:defRPr>
            </a:lvl4pPr>
            <a:lvl5pPr algn="l">
              <a:defRPr sz="1500" b="0">
                <a:solidFill>
                  <a:srgbClr val="464646"/>
                </a:solidFill>
                <a:latin typeface="Arial"/>
                <a:ea typeface="Arial"/>
                <a:cs typeface="Arial"/>
              </a:defRPr>
            </a:lvl5pPr>
            <a:lvl6pPr algn="l">
              <a:defRPr sz="1500" b="0">
                <a:solidFill>
                  <a:srgbClr val="464646"/>
                </a:solidFill>
                <a:latin typeface="Arial"/>
                <a:ea typeface="Arial"/>
                <a:cs typeface="Arial"/>
              </a:defRPr>
            </a:lvl6pPr>
            <a:lvl7pPr algn="l">
              <a:defRPr sz="1500" b="0">
                <a:solidFill>
                  <a:srgbClr val="464646"/>
                </a:solidFill>
                <a:latin typeface="Arial"/>
                <a:ea typeface="Arial"/>
                <a:cs typeface="Arial"/>
              </a:defRPr>
            </a:lvl7pPr>
            <a:lvl8pPr algn="l">
              <a:defRPr sz="1500" b="0">
                <a:solidFill>
                  <a:srgbClr val="464646"/>
                </a:solidFill>
                <a:latin typeface="Arial"/>
                <a:ea typeface="Arial"/>
                <a:cs typeface="Arial"/>
              </a:defRPr>
            </a:lvl8pPr>
            <a:lvl9pPr algn="l">
              <a:defRPr sz="1500" b="0">
                <a:solidFill>
                  <a:srgbClr val="464646"/>
                </a:solidFill>
                <a:latin typeface="Arial"/>
                <a:ea typeface="Arial"/>
                <a:cs typeface="Arial"/>
              </a:defRPr>
            </a:lvl9pPr>
          </a:lstStyle>
          <a:p xmlns:a="http://schemas.openxmlformats.org/drawingml/2006/main">
            <a:pPr algn="l">
              <a:lnSpc>
                <a:spcPct val="105000"/>
              </a:lnSpc>
              <a:buNone/>
              <a:defRPr sz="1500" b="0">
                <a:solidFill>
                  <a:srgbClr val="464646"/>
                </a:solidFill>
                <a:latin typeface="Arial"/>
                <a:ea typeface="Arial"/>
                <a:cs typeface="Arial"/>
              </a:defRPr>
            </a:pPr>
            <a:r>
              <a:rPr sz="1500" b="0">
                <a:solidFill>
                  <a:srgbClr val="464646"/>
                </a:solidFill>
                <a:latin typeface="Arial"/>
                <a:ea typeface="Arial"/>
                <a:cs typeface="Arial"/>
              </a:rPr>
              <a:t>Fonte: elaboração própria; Fatec Barueri (2025b).</a:t>
            </a:r>
          </a:p>
        </p:txBody>
      </p:sp>
    </p:spTree>
    <p:extLst>
      <p:ext uri="{BB962C8B-B14F-4D97-AF65-F5344CB8AC3E}">
        <p14:creationId xmlns:p14="http://schemas.microsoft.com/office/powerpoint/2010/main" val="89261462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itle">
            <a:extLst xmlns:a="http://schemas.openxmlformats.org/drawingml/2006/main">
              <a:ext uri="{FF2B5EF4-FFF2-40B4-BE49-F238E27FC236}">
                <a16:creationId xmlns:a16="http://schemas.microsoft.com/office/drawing/2014/main" id="{C8D06AED-AC03-4EA4-A480-8696DFA163E4}"/>
              </a:ext>
            </a:extLst>
          </p:cNvPr>
          <p:cNvSpPr>
            <a:spLocks xmlns:a="http://schemas.openxmlformats.org/drawingml/2006/main" noGrp="1"/>
          </p:cNvSpPr>
          <p:nvPr/>
        </p:nvSpPr>
        <p:spPr>
          <a:xfrm xmlns:a="http://schemas.openxmlformats.org/drawingml/2006/main">
            <a:off x="685800" y="41910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11111"/>
                </a:solidFill>
                <a:latin typeface="Arial"/>
                <a:ea typeface="Arial"/>
                <a:cs typeface="Arial"/>
              </a:defRPr>
            </a:defPPr>
            <a:lvl1pPr algn="l">
              <a:defRPr sz="3300" b="1">
                <a:solidFill>
                  <a:srgbClr val="111111"/>
                </a:solidFill>
                <a:latin typeface="Arial"/>
                <a:ea typeface="Arial"/>
                <a:cs typeface="Arial"/>
              </a:defRPr>
            </a:lvl1pPr>
            <a:lvl2pPr algn="l">
              <a:defRPr sz="3300" b="1">
                <a:solidFill>
                  <a:srgbClr val="111111"/>
                </a:solidFill>
                <a:latin typeface="Arial"/>
                <a:ea typeface="Arial"/>
                <a:cs typeface="Arial"/>
              </a:defRPr>
            </a:lvl2pPr>
            <a:lvl3pPr algn="l">
              <a:defRPr sz="3300" b="1">
                <a:solidFill>
                  <a:srgbClr val="111111"/>
                </a:solidFill>
                <a:latin typeface="Arial"/>
                <a:ea typeface="Arial"/>
                <a:cs typeface="Arial"/>
              </a:defRPr>
            </a:lvl3pPr>
            <a:lvl4pPr algn="l">
              <a:defRPr sz="3300" b="1">
                <a:solidFill>
                  <a:srgbClr val="111111"/>
                </a:solidFill>
                <a:latin typeface="Arial"/>
                <a:ea typeface="Arial"/>
                <a:cs typeface="Arial"/>
              </a:defRPr>
            </a:lvl4pPr>
            <a:lvl5pPr algn="l">
              <a:defRPr sz="3300" b="1">
                <a:solidFill>
                  <a:srgbClr val="111111"/>
                </a:solidFill>
                <a:latin typeface="Arial"/>
                <a:ea typeface="Arial"/>
                <a:cs typeface="Arial"/>
              </a:defRPr>
            </a:lvl5pPr>
            <a:lvl6pPr algn="l">
              <a:defRPr sz="3300" b="1">
                <a:solidFill>
                  <a:srgbClr val="111111"/>
                </a:solidFill>
                <a:latin typeface="Arial"/>
                <a:ea typeface="Arial"/>
                <a:cs typeface="Arial"/>
              </a:defRPr>
            </a:lvl6pPr>
            <a:lvl7pPr algn="l">
              <a:defRPr sz="3300" b="1">
                <a:solidFill>
                  <a:srgbClr val="111111"/>
                </a:solidFill>
                <a:latin typeface="Arial"/>
                <a:ea typeface="Arial"/>
                <a:cs typeface="Arial"/>
              </a:defRPr>
            </a:lvl7pPr>
            <a:lvl8pPr algn="l">
              <a:defRPr sz="3300" b="1">
                <a:solidFill>
                  <a:srgbClr val="111111"/>
                </a:solidFill>
                <a:latin typeface="Arial"/>
                <a:ea typeface="Arial"/>
                <a:cs typeface="Arial"/>
              </a:defRPr>
            </a:lvl8pPr>
            <a:lvl9pPr algn="l">
              <a:defRPr sz="3300" b="1">
                <a:solidFill>
                  <a:srgbClr val="111111"/>
                </a:solidFill>
                <a:latin typeface="Arial"/>
                <a:ea typeface="Arial"/>
                <a:cs typeface="Arial"/>
              </a:defRPr>
            </a:lvl9pPr>
          </a:lstStyle>
          <a:p xmlns:a="http://schemas.openxmlformats.org/drawingml/2006/main">
            <a:pPr algn="l">
              <a:lnSpc>
                <a:spcPct val="113000"/>
              </a:lnSpc>
              <a:buNone/>
              <a:defRPr sz="3300" b="1">
                <a:solidFill>
                  <a:srgbClr val="111111"/>
                </a:solidFill>
                <a:latin typeface="Arial"/>
                <a:ea typeface="Arial"/>
                <a:cs typeface="Arial"/>
              </a:defRPr>
            </a:pPr>
            <a:r>
              <a:rPr sz="3300" b="1">
                <a:solidFill>
                  <a:srgbClr val="111111"/>
                </a:solidFill>
                <a:latin typeface="Arial"/>
                <a:ea typeface="Arial"/>
                <a:cs typeface="Arial"/>
              </a:rPr>
              <a:t>2 OBJETIVOS</a:t>
            </a:r>
          </a:p>
        </p:txBody>
      </p:sp>
      <p:sp>
        <p:nvSpPr>
          <p:cNvPr id="2" name="heading-rule">
            <a:extLst xmlns:a="http://schemas.openxmlformats.org/drawingml/2006/main">
              <a:ext uri="{FF2B5EF4-FFF2-40B4-BE49-F238E27FC236}">
                <a16:creationId xmlns:a16="http://schemas.microsoft.com/office/drawing/2014/main" id="{CA77923E-EF05-4098-A611-68E8E3FF2D6E}"/>
              </a:ext>
            </a:extLst>
          </p:cNvPr>
          <p:cNvSpPr>
            <a:spLocks xmlns:a="http://schemas.openxmlformats.org/drawingml/2006/main" noGrp="1"/>
          </p:cNvSpPr>
          <p:nvPr/>
        </p:nvSpPr>
        <p:spPr>
          <a:xfrm xmlns:a="http://schemas.openxmlformats.org/drawingml/2006/main">
            <a:off x="685800" y="1171575"/>
            <a:ext cx="10820400" cy="0"/>
          </a:xfrm>
          <a:prstGeom xmlns:a="http://schemas.openxmlformats.org/drawingml/2006/main" prst="line">
            <a:avLst/>
          </a:prstGeom>
          <a:noFill xmlns:a="http://schemas.openxmlformats.org/drawingml/2006/main"/>
          <a:ln xmlns:a="http://schemas.openxmlformats.org/drawingml/2006/main" w="11430">
            <a:solidFill>
              <a:srgbClr val="AD1115"/>
            </a:solidFill>
            <a:prstDash val="solid"/>
          </a:ln>
        </p:spPr>
      </p:sp>
      <p:sp>
        <p:nvSpPr>
          <p:cNvPr id="3" name="institution-footer">
            <a:extLst xmlns:a="http://schemas.openxmlformats.org/drawingml/2006/main">
              <a:ext uri="{FF2B5EF4-FFF2-40B4-BE49-F238E27FC236}">
                <a16:creationId xmlns:a16="http://schemas.microsoft.com/office/drawing/2014/main" id="{7549326C-D12D-4236-A590-43998C4D5AC6}"/>
              </a:ext>
            </a:extLst>
          </p:cNvPr>
          <p:cNvSpPr>
            <a:spLocks xmlns:a="http://schemas.openxmlformats.org/drawingml/2006/main" noGrp="1"/>
          </p:cNvSpPr>
          <p:nvPr/>
        </p:nvSpPr>
        <p:spPr>
          <a:xfrm xmlns:a="http://schemas.openxmlformats.org/drawingml/2006/main">
            <a:off x="685800" y="654367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64646"/>
                </a:solidFill>
                <a:latin typeface="Arial"/>
                <a:ea typeface="Arial"/>
                <a:cs typeface="Arial"/>
              </a:defRPr>
            </a:defPPr>
            <a:lvl1pPr algn="l">
              <a:defRPr sz="1350" b="0">
                <a:solidFill>
                  <a:srgbClr val="464646"/>
                </a:solidFill>
                <a:latin typeface="Arial"/>
                <a:ea typeface="Arial"/>
                <a:cs typeface="Arial"/>
              </a:defRPr>
            </a:lvl1pPr>
            <a:lvl2pPr algn="l">
              <a:defRPr sz="1350" b="0">
                <a:solidFill>
                  <a:srgbClr val="464646"/>
                </a:solidFill>
                <a:latin typeface="Arial"/>
                <a:ea typeface="Arial"/>
                <a:cs typeface="Arial"/>
              </a:defRPr>
            </a:lvl2pPr>
            <a:lvl3pPr algn="l">
              <a:defRPr sz="1350" b="0">
                <a:solidFill>
                  <a:srgbClr val="464646"/>
                </a:solidFill>
                <a:latin typeface="Arial"/>
                <a:ea typeface="Arial"/>
                <a:cs typeface="Arial"/>
              </a:defRPr>
            </a:lvl3pPr>
            <a:lvl4pPr algn="l">
              <a:defRPr sz="1350" b="0">
                <a:solidFill>
                  <a:srgbClr val="464646"/>
                </a:solidFill>
                <a:latin typeface="Arial"/>
                <a:ea typeface="Arial"/>
                <a:cs typeface="Arial"/>
              </a:defRPr>
            </a:lvl4pPr>
            <a:lvl5pPr algn="l">
              <a:defRPr sz="1350" b="0">
                <a:solidFill>
                  <a:srgbClr val="464646"/>
                </a:solidFill>
                <a:latin typeface="Arial"/>
                <a:ea typeface="Arial"/>
                <a:cs typeface="Arial"/>
              </a:defRPr>
            </a:lvl5pPr>
            <a:lvl6pPr algn="l">
              <a:defRPr sz="1350" b="0">
                <a:solidFill>
                  <a:srgbClr val="464646"/>
                </a:solidFill>
                <a:latin typeface="Arial"/>
                <a:ea typeface="Arial"/>
                <a:cs typeface="Arial"/>
              </a:defRPr>
            </a:lvl6pPr>
            <a:lvl7pPr algn="l">
              <a:defRPr sz="1350" b="0">
                <a:solidFill>
                  <a:srgbClr val="464646"/>
                </a:solidFill>
                <a:latin typeface="Arial"/>
                <a:ea typeface="Arial"/>
                <a:cs typeface="Arial"/>
              </a:defRPr>
            </a:lvl7pPr>
            <a:lvl8pPr algn="l">
              <a:defRPr sz="1350" b="0">
                <a:solidFill>
                  <a:srgbClr val="464646"/>
                </a:solidFill>
                <a:latin typeface="Arial"/>
                <a:ea typeface="Arial"/>
                <a:cs typeface="Arial"/>
              </a:defRPr>
            </a:lvl8pPr>
            <a:lvl9pPr algn="l">
              <a:defRPr sz="1350" b="0">
                <a:solidFill>
                  <a:srgbClr val="464646"/>
                </a:solidFill>
                <a:latin typeface="Arial"/>
                <a:ea typeface="Arial"/>
                <a:cs typeface="Arial"/>
              </a:defRPr>
            </a:lvl9pPr>
          </a:lstStyle>
          <a:p xmlns:a="http://schemas.openxmlformats.org/drawingml/2006/main">
            <a:pPr algn="l">
              <a:lnSpc>
                <a:spcPct val="113000"/>
              </a:lnSpc>
              <a:buNone/>
              <a:defRPr sz="1350" b="0">
                <a:solidFill>
                  <a:srgbClr val="464646"/>
                </a:solidFill>
                <a:latin typeface="Arial"/>
                <a:ea typeface="Arial"/>
                <a:cs typeface="Arial"/>
              </a:defRPr>
            </a:pPr>
            <a:r>
              <a:rPr sz="1350" b="0">
                <a:solidFill>
                  <a:srgbClr val="464646"/>
                </a:solidFill>
                <a:latin typeface="Arial"/>
                <a:ea typeface="Arial"/>
                <a:cs typeface="Arial"/>
              </a:rPr>
              <a:t>Fatec Barueri, Trabalho de Graduação I</a:t>
            </a:r>
          </a:p>
        </p:txBody>
      </p:sp>
      <p:sp>
        <p:nvSpPr>
          <p:cNvPr id="4" name="slide-number">
            <a:extLst xmlns:a="http://schemas.openxmlformats.org/drawingml/2006/main">
              <a:ext uri="{FF2B5EF4-FFF2-40B4-BE49-F238E27FC236}">
                <a16:creationId xmlns:a16="http://schemas.microsoft.com/office/drawing/2014/main" id="{A6C3607F-2394-42EC-94C8-2EC9EC7D39FC}"/>
              </a:ext>
            </a:extLst>
          </p:cNvPr>
          <p:cNvSpPr>
            <a:spLocks xmlns:a="http://schemas.openxmlformats.org/drawingml/2006/main" noGrp="1"/>
          </p:cNvSpPr>
          <p:nvPr/>
        </p:nvSpPr>
        <p:spPr>
          <a:xfrm xmlns:a="http://schemas.openxmlformats.org/drawingml/2006/main">
            <a:off x="11049000" y="65151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464646"/>
                </a:solidFill>
                <a:latin typeface="Arial"/>
                <a:ea typeface="Arial"/>
                <a:cs typeface="Arial"/>
              </a:defRPr>
            </a:defPPr>
            <a:lvl1pPr algn="r">
              <a:defRPr sz="1500" b="0">
                <a:solidFill>
                  <a:srgbClr val="464646"/>
                </a:solidFill>
                <a:latin typeface="Arial"/>
                <a:ea typeface="Arial"/>
                <a:cs typeface="Arial"/>
              </a:defRPr>
            </a:lvl1pPr>
            <a:lvl2pPr algn="r">
              <a:defRPr sz="1500" b="0">
                <a:solidFill>
                  <a:srgbClr val="464646"/>
                </a:solidFill>
                <a:latin typeface="Arial"/>
                <a:ea typeface="Arial"/>
                <a:cs typeface="Arial"/>
              </a:defRPr>
            </a:lvl2pPr>
            <a:lvl3pPr algn="r">
              <a:defRPr sz="1500" b="0">
                <a:solidFill>
                  <a:srgbClr val="464646"/>
                </a:solidFill>
                <a:latin typeface="Arial"/>
                <a:ea typeface="Arial"/>
                <a:cs typeface="Arial"/>
              </a:defRPr>
            </a:lvl3pPr>
            <a:lvl4pPr algn="r">
              <a:defRPr sz="1500" b="0">
                <a:solidFill>
                  <a:srgbClr val="464646"/>
                </a:solidFill>
                <a:latin typeface="Arial"/>
                <a:ea typeface="Arial"/>
                <a:cs typeface="Arial"/>
              </a:defRPr>
            </a:lvl4pPr>
            <a:lvl5pPr algn="r">
              <a:defRPr sz="1500" b="0">
                <a:solidFill>
                  <a:srgbClr val="464646"/>
                </a:solidFill>
                <a:latin typeface="Arial"/>
                <a:ea typeface="Arial"/>
                <a:cs typeface="Arial"/>
              </a:defRPr>
            </a:lvl5pPr>
            <a:lvl6pPr algn="r">
              <a:defRPr sz="1500" b="0">
                <a:solidFill>
                  <a:srgbClr val="464646"/>
                </a:solidFill>
                <a:latin typeface="Arial"/>
                <a:ea typeface="Arial"/>
                <a:cs typeface="Arial"/>
              </a:defRPr>
            </a:lvl6pPr>
            <a:lvl7pPr algn="r">
              <a:defRPr sz="1500" b="0">
                <a:solidFill>
                  <a:srgbClr val="464646"/>
                </a:solidFill>
                <a:latin typeface="Arial"/>
                <a:ea typeface="Arial"/>
                <a:cs typeface="Arial"/>
              </a:defRPr>
            </a:lvl7pPr>
            <a:lvl8pPr algn="r">
              <a:defRPr sz="1500" b="0">
                <a:solidFill>
                  <a:srgbClr val="464646"/>
                </a:solidFill>
                <a:latin typeface="Arial"/>
                <a:ea typeface="Arial"/>
                <a:cs typeface="Arial"/>
              </a:defRPr>
            </a:lvl8pPr>
            <a:lvl9pPr algn="r">
              <a:defRPr sz="1500" b="0">
                <a:solidFill>
                  <a:srgbClr val="464646"/>
                </a:solidFill>
                <a:latin typeface="Arial"/>
                <a:ea typeface="Arial"/>
                <a:cs typeface="Arial"/>
              </a:defRPr>
            </a:lvl9pPr>
          </a:lstStyle>
          <a:p xmlns:a="http://schemas.openxmlformats.org/drawingml/2006/main">
            <a:pPr algn="r">
              <a:lnSpc>
                <a:spcPct val="113000"/>
              </a:lnSpc>
              <a:buNone/>
              <a:defRPr sz="1500" b="0">
                <a:solidFill>
                  <a:srgbClr val="464646"/>
                </a:solidFill>
                <a:latin typeface="Arial"/>
                <a:ea typeface="Arial"/>
                <a:cs typeface="Arial"/>
              </a:defRPr>
            </a:pPr>
            <a:r>
              <a:rPr sz="1500" b="0">
                <a:solidFill>
                  <a:srgbClr val="464646"/>
                </a:solidFill>
                <a:latin typeface="Arial"/>
                <a:ea typeface="Arial"/>
                <a:cs typeface="Arial"/>
              </a:rPr>
              <a:t>03</a:t>
            </a:r>
          </a:p>
        </p:txBody>
      </p:sp>
      <p:sp>
        <p:nvSpPr>
          <p:cNvPr id="5" name="general-heading">
            <a:extLst xmlns:a="http://schemas.openxmlformats.org/drawingml/2006/main">
              <a:ext uri="{FF2B5EF4-FFF2-40B4-BE49-F238E27FC236}">
                <a16:creationId xmlns:a16="http://schemas.microsoft.com/office/drawing/2014/main" id="{3B91115F-BB3D-44E4-836F-10BF7903C0F5}"/>
              </a:ext>
            </a:extLst>
          </p:cNvPr>
          <p:cNvSpPr>
            <a:spLocks xmlns:a="http://schemas.openxmlformats.org/drawingml/2006/main" noGrp="1"/>
          </p:cNvSpPr>
          <p:nvPr/>
        </p:nvSpPr>
        <p:spPr>
          <a:xfrm xmlns:a="http://schemas.openxmlformats.org/drawingml/2006/main">
            <a:off x="685800" y="1476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11111"/>
                </a:solidFill>
                <a:latin typeface="Arial"/>
                <a:ea typeface="Arial"/>
                <a:cs typeface="Arial"/>
              </a:defRPr>
            </a:defPPr>
            <a:lvl1pPr algn="l">
              <a:defRPr sz="2250" b="1">
                <a:solidFill>
                  <a:srgbClr val="111111"/>
                </a:solidFill>
                <a:latin typeface="Arial"/>
                <a:ea typeface="Arial"/>
                <a:cs typeface="Arial"/>
              </a:defRPr>
            </a:lvl1pPr>
            <a:lvl2pPr algn="l">
              <a:defRPr sz="2250" b="1">
                <a:solidFill>
                  <a:srgbClr val="111111"/>
                </a:solidFill>
                <a:latin typeface="Arial"/>
                <a:ea typeface="Arial"/>
                <a:cs typeface="Arial"/>
              </a:defRPr>
            </a:lvl2pPr>
            <a:lvl3pPr algn="l">
              <a:defRPr sz="2250" b="1">
                <a:solidFill>
                  <a:srgbClr val="111111"/>
                </a:solidFill>
                <a:latin typeface="Arial"/>
                <a:ea typeface="Arial"/>
                <a:cs typeface="Arial"/>
              </a:defRPr>
            </a:lvl3pPr>
            <a:lvl4pPr algn="l">
              <a:defRPr sz="2250" b="1">
                <a:solidFill>
                  <a:srgbClr val="111111"/>
                </a:solidFill>
                <a:latin typeface="Arial"/>
                <a:ea typeface="Arial"/>
                <a:cs typeface="Arial"/>
              </a:defRPr>
            </a:lvl4pPr>
            <a:lvl5pPr algn="l">
              <a:defRPr sz="2250" b="1">
                <a:solidFill>
                  <a:srgbClr val="111111"/>
                </a:solidFill>
                <a:latin typeface="Arial"/>
                <a:ea typeface="Arial"/>
                <a:cs typeface="Arial"/>
              </a:defRPr>
            </a:lvl5pPr>
            <a:lvl6pPr algn="l">
              <a:defRPr sz="2250" b="1">
                <a:solidFill>
                  <a:srgbClr val="111111"/>
                </a:solidFill>
                <a:latin typeface="Arial"/>
                <a:ea typeface="Arial"/>
                <a:cs typeface="Arial"/>
              </a:defRPr>
            </a:lvl6pPr>
            <a:lvl7pPr algn="l">
              <a:defRPr sz="2250" b="1">
                <a:solidFill>
                  <a:srgbClr val="111111"/>
                </a:solidFill>
                <a:latin typeface="Arial"/>
                <a:ea typeface="Arial"/>
                <a:cs typeface="Arial"/>
              </a:defRPr>
            </a:lvl7pPr>
            <a:lvl8pPr algn="l">
              <a:defRPr sz="2250" b="1">
                <a:solidFill>
                  <a:srgbClr val="111111"/>
                </a:solidFill>
                <a:latin typeface="Arial"/>
                <a:ea typeface="Arial"/>
                <a:cs typeface="Arial"/>
              </a:defRPr>
            </a:lvl8pPr>
            <a:lvl9pPr algn="l">
              <a:defRPr sz="2250" b="1">
                <a:solidFill>
                  <a:srgbClr val="111111"/>
                </a:solidFill>
                <a:latin typeface="Arial"/>
                <a:ea typeface="Arial"/>
                <a:cs typeface="Arial"/>
              </a:defRPr>
            </a:lvl9pPr>
          </a:lstStyle>
          <a:p xmlns:a="http://schemas.openxmlformats.org/drawingml/2006/main">
            <a:pPr algn="l">
              <a:lnSpc>
                <a:spcPct val="113000"/>
              </a:lnSpc>
              <a:buNone/>
              <a:defRPr sz="2250" b="1">
                <a:solidFill>
                  <a:srgbClr val="111111"/>
                </a:solidFill>
                <a:latin typeface="Arial"/>
                <a:ea typeface="Arial"/>
                <a:cs typeface="Arial"/>
              </a:defRPr>
            </a:pPr>
            <a:r>
              <a:rPr sz="2250" b="1">
                <a:solidFill>
                  <a:srgbClr val="111111"/>
                </a:solidFill>
                <a:latin typeface="Arial"/>
                <a:ea typeface="Arial"/>
                <a:cs typeface="Arial"/>
              </a:rPr>
              <a:t>Objetivo geral</a:t>
            </a:r>
          </a:p>
        </p:txBody>
      </p:sp>
      <p:sp>
        <p:nvSpPr>
          <p:cNvPr id="6" name="general">
            <a:extLst xmlns:a="http://schemas.openxmlformats.org/drawingml/2006/main">
              <a:ext uri="{FF2B5EF4-FFF2-40B4-BE49-F238E27FC236}">
                <a16:creationId xmlns:a16="http://schemas.microsoft.com/office/drawing/2014/main" id="{4BBF335F-50E3-4448-8E00-B9559FB3CC5E}"/>
              </a:ext>
            </a:extLst>
          </p:cNvPr>
          <p:cNvSpPr>
            <a:spLocks xmlns:a="http://schemas.openxmlformats.org/drawingml/2006/main" noGrp="1"/>
          </p:cNvSpPr>
          <p:nvPr/>
        </p:nvSpPr>
        <p:spPr>
          <a:xfrm xmlns:a="http://schemas.openxmlformats.org/drawingml/2006/main">
            <a:off x="685800" y="2000250"/>
            <a:ext cx="108204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11111"/>
                </a:solidFill>
                <a:latin typeface="Arial"/>
                <a:ea typeface="Arial"/>
                <a:cs typeface="Arial"/>
              </a:defRPr>
            </a:defPPr>
            <a:lvl1pPr algn="l">
              <a:defRPr sz="2025" b="0">
                <a:solidFill>
                  <a:srgbClr val="111111"/>
                </a:solidFill>
                <a:latin typeface="Arial"/>
                <a:ea typeface="Arial"/>
                <a:cs typeface="Arial"/>
              </a:defRPr>
            </a:lvl1pPr>
            <a:lvl2pPr algn="l">
              <a:defRPr sz="2025" b="0">
                <a:solidFill>
                  <a:srgbClr val="111111"/>
                </a:solidFill>
                <a:latin typeface="Arial"/>
                <a:ea typeface="Arial"/>
                <a:cs typeface="Arial"/>
              </a:defRPr>
            </a:lvl2pPr>
            <a:lvl3pPr algn="l">
              <a:defRPr sz="2025" b="0">
                <a:solidFill>
                  <a:srgbClr val="111111"/>
                </a:solidFill>
                <a:latin typeface="Arial"/>
                <a:ea typeface="Arial"/>
                <a:cs typeface="Arial"/>
              </a:defRPr>
            </a:lvl3pPr>
            <a:lvl4pPr algn="l">
              <a:defRPr sz="2025" b="0">
                <a:solidFill>
                  <a:srgbClr val="111111"/>
                </a:solidFill>
                <a:latin typeface="Arial"/>
                <a:ea typeface="Arial"/>
                <a:cs typeface="Arial"/>
              </a:defRPr>
            </a:lvl4pPr>
            <a:lvl5pPr algn="l">
              <a:defRPr sz="2025" b="0">
                <a:solidFill>
                  <a:srgbClr val="111111"/>
                </a:solidFill>
                <a:latin typeface="Arial"/>
                <a:ea typeface="Arial"/>
                <a:cs typeface="Arial"/>
              </a:defRPr>
            </a:lvl5pPr>
            <a:lvl6pPr algn="l">
              <a:defRPr sz="2025" b="0">
                <a:solidFill>
                  <a:srgbClr val="111111"/>
                </a:solidFill>
                <a:latin typeface="Arial"/>
                <a:ea typeface="Arial"/>
                <a:cs typeface="Arial"/>
              </a:defRPr>
            </a:lvl6pPr>
            <a:lvl7pPr algn="l">
              <a:defRPr sz="2025" b="0">
                <a:solidFill>
                  <a:srgbClr val="111111"/>
                </a:solidFill>
                <a:latin typeface="Arial"/>
                <a:ea typeface="Arial"/>
                <a:cs typeface="Arial"/>
              </a:defRPr>
            </a:lvl7pPr>
            <a:lvl8pPr algn="l">
              <a:defRPr sz="2025" b="0">
                <a:solidFill>
                  <a:srgbClr val="111111"/>
                </a:solidFill>
                <a:latin typeface="Arial"/>
                <a:ea typeface="Arial"/>
                <a:cs typeface="Arial"/>
              </a:defRPr>
            </a:lvl8pPr>
            <a:lvl9pPr algn="l">
              <a:defRPr sz="2025" b="0">
                <a:solidFill>
                  <a:srgbClr val="111111"/>
                </a:solidFill>
                <a:latin typeface="Arial"/>
                <a:ea typeface="Arial"/>
                <a:cs typeface="Arial"/>
              </a:defRPr>
            </a:lvl9pPr>
          </a:lstStyle>
          <a:p xmlns:a="http://schemas.openxmlformats.org/drawingml/2006/main">
            <a:pPr algn="l">
              <a:lnSpc>
                <a:spcPct val="113000"/>
              </a:lnSpc>
              <a:buNone/>
              <a:defRPr sz="2025" b="0">
                <a:solidFill>
                  <a:srgbClr val="111111"/>
                </a:solidFill>
                <a:latin typeface="Arial"/>
                <a:ea typeface="Arial"/>
                <a:cs typeface="Arial"/>
              </a:defRPr>
            </a:pPr>
            <a:r>
              <a:rPr sz="2025" b="0">
                <a:solidFill>
                  <a:srgbClr val="111111"/>
                </a:solidFill>
                <a:latin typeface="Arial"/>
                <a:ea typeface="Arial"/>
                <a:cs typeface="Arial"/>
              </a:rPr>
              <a:t>Propor melhorias para a gestão de identidades e acessos aos laboratórios de informática da Fatec Barueri, orientadas por práticas de governança de TI e fundamentadas nas condições técnicas, acadêmicas e institucionais identificadas na pesquisa.</a:t>
            </a:r>
          </a:p>
        </p:txBody>
      </p:sp>
      <p:sp>
        <p:nvSpPr>
          <p:cNvPr id="7" name="specific-heading">
            <a:extLst xmlns:a="http://schemas.openxmlformats.org/drawingml/2006/main">
              <a:ext uri="{FF2B5EF4-FFF2-40B4-BE49-F238E27FC236}">
                <a16:creationId xmlns:a16="http://schemas.microsoft.com/office/drawing/2014/main" id="{CD0EFDF2-F78C-49EE-9C34-F8A8D8207480}"/>
              </a:ext>
            </a:extLst>
          </p:cNvPr>
          <p:cNvSpPr>
            <a:spLocks xmlns:a="http://schemas.openxmlformats.org/drawingml/2006/main" noGrp="1"/>
          </p:cNvSpPr>
          <p:nvPr/>
        </p:nvSpPr>
        <p:spPr>
          <a:xfrm xmlns:a="http://schemas.openxmlformats.org/drawingml/2006/main">
            <a:off x="685800" y="3381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11111"/>
                </a:solidFill>
                <a:latin typeface="Arial"/>
                <a:ea typeface="Arial"/>
                <a:cs typeface="Arial"/>
              </a:defRPr>
            </a:defPPr>
            <a:lvl1pPr algn="l">
              <a:defRPr sz="2250" b="1">
                <a:solidFill>
                  <a:srgbClr val="111111"/>
                </a:solidFill>
                <a:latin typeface="Arial"/>
                <a:ea typeface="Arial"/>
                <a:cs typeface="Arial"/>
              </a:defRPr>
            </a:lvl1pPr>
            <a:lvl2pPr algn="l">
              <a:defRPr sz="2250" b="1">
                <a:solidFill>
                  <a:srgbClr val="111111"/>
                </a:solidFill>
                <a:latin typeface="Arial"/>
                <a:ea typeface="Arial"/>
                <a:cs typeface="Arial"/>
              </a:defRPr>
            </a:lvl2pPr>
            <a:lvl3pPr algn="l">
              <a:defRPr sz="2250" b="1">
                <a:solidFill>
                  <a:srgbClr val="111111"/>
                </a:solidFill>
                <a:latin typeface="Arial"/>
                <a:ea typeface="Arial"/>
                <a:cs typeface="Arial"/>
              </a:defRPr>
            </a:lvl3pPr>
            <a:lvl4pPr algn="l">
              <a:defRPr sz="2250" b="1">
                <a:solidFill>
                  <a:srgbClr val="111111"/>
                </a:solidFill>
                <a:latin typeface="Arial"/>
                <a:ea typeface="Arial"/>
                <a:cs typeface="Arial"/>
              </a:defRPr>
            </a:lvl4pPr>
            <a:lvl5pPr algn="l">
              <a:defRPr sz="2250" b="1">
                <a:solidFill>
                  <a:srgbClr val="111111"/>
                </a:solidFill>
                <a:latin typeface="Arial"/>
                <a:ea typeface="Arial"/>
                <a:cs typeface="Arial"/>
              </a:defRPr>
            </a:lvl5pPr>
            <a:lvl6pPr algn="l">
              <a:defRPr sz="2250" b="1">
                <a:solidFill>
                  <a:srgbClr val="111111"/>
                </a:solidFill>
                <a:latin typeface="Arial"/>
                <a:ea typeface="Arial"/>
                <a:cs typeface="Arial"/>
              </a:defRPr>
            </a:lvl6pPr>
            <a:lvl7pPr algn="l">
              <a:defRPr sz="2250" b="1">
                <a:solidFill>
                  <a:srgbClr val="111111"/>
                </a:solidFill>
                <a:latin typeface="Arial"/>
                <a:ea typeface="Arial"/>
                <a:cs typeface="Arial"/>
              </a:defRPr>
            </a:lvl7pPr>
            <a:lvl8pPr algn="l">
              <a:defRPr sz="2250" b="1">
                <a:solidFill>
                  <a:srgbClr val="111111"/>
                </a:solidFill>
                <a:latin typeface="Arial"/>
                <a:ea typeface="Arial"/>
                <a:cs typeface="Arial"/>
              </a:defRPr>
            </a:lvl8pPr>
            <a:lvl9pPr algn="l">
              <a:defRPr sz="2250" b="1">
                <a:solidFill>
                  <a:srgbClr val="111111"/>
                </a:solidFill>
                <a:latin typeface="Arial"/>
                <a:ea typeface="Arial"/>
                <a:cs typeface="Arial"/>
              </a:defRPr>
            </a:lvl9pPr>
          </a:lstStyle>
          <a:p xmlns:a="http://schemas.openxmlformats.org/drawingml/2006/main">
            <a:pPr algn="l">
              <a:lnSpc>
                <a:spcPct val="113000"/>
              </a:lnSpc>
              <a:buNone/>
              <a:defRPr sz="2250" b="1">
                <a:solidFill>
                  <a:srgbClr val="111111"/>
                </a:solidFill>
                <a:latin typeface="Arial"/>
                <a:ea typeface="Arial"/>
                <a:cs typeface="Arial"/>
              </a:defRPr>
            </a:pPr>
            <a:r>
              <a:rPr sz="2250" b="1">
                <a:solidFill>
                  <a:srgbClr val="111111"/>
                </a:solidFill>
                <a:latin typeface="Arial"/>
                <a:ea typeface="Arial"/>
                <a:cs typeface="Arial"/>
              </a:rPr>
              <a:t>Objetivos específicos</a:t>
            </a:r>
          </a:p>
        </p:txBody>
      </p:sp>
      <p:sp>
        <p:nvSpPr>
          <p:cNvPr id="8" name="objective-left-0">
            <a:extLst xmlns:a="http://schemas.openxmlformats.org/drawingml/2006/main">
              <a:ext uri="{FF2B5EF4-FFF2-40B4-BE49-F238E27FC236}">
                <a16:creationId xmlns:a16="http://schemas.microsoft.com/office/drawing/2014/main" id="{FB807F9D-0E86-4E3D-9E19-8565AE5C6A2E}"/>
              </a:ext>
            </a:extLst>
          </p:cNvPr>
          <p:cNvSpPr>
            <a:spLocks xmlns:a="http://schemas.openxmlformats.org/drawingml/2006/main" noGrp="1"/>
          </p:cNvSpPr>
          <p:nvPr/>
        </p:nvSpPr>
        <p:spPr>
          <a:xfrm xmlns:a="http://schemas.openxmlformats.org/drawingml/2006/main">
            <a:off x="685800" y="3952875"/>
            <a:ext cx="5048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lnSpc>
                <a:spcPct val="113000"/>
              </a:lnSpc>
              <a:buNone/>
              <a:defRPr sz="1950" b="0">
                <a:solidFill>
                  <a:srgbClr val="111111"/>
                </a:solidFill>
                <a:latin typeface="Arial"/>
                <a:ea typeface="Arial"/>
                <a:cs typeface="Arial"/>
              </a:defRPr>
            </a:pPr>
            <a:r>
              <a:rPr sz="1950" b="0">
                <a:solidFill>
                  <a:srgbClr val="111111"/>
                </a:solidFill>
                <a:latin typeface="Arial"/>
                <a:ea typeface="Arial"/>
                <a:cs typeface="Arial"/>
              </a:rPr>
              <a:t>Caracterizar os acessos, os recursos e os controles existentes.</a:t>
            </a:r>
          </a:p>
        </p:txBody>
      </p:sp>
      <p:sp>
        <p:nvSpPr>
          <p:cNvPr id="9" name="objective-left-1">
            <a:extLst xmlns:a="http://schemas.openxmlformats.org/drawingml/2006/main">
              <a:ext uri="{FF2B5EF4-FFF2-40B4-BE49-F238E27FC236}">
                <a16:creationId xmlns:a16="http://schemas.microsoft.com/office/drawing/2014/main" id="{2BEEABBF-CE57-4AAF-8657-889154E8D61A}"/>
              </a:ext>
            </a:extLst>
          </p:cNvPr>
          <p:cNvSpPr>
            <a:spLocks xmlns:a="http://schemas.openxmlformats.org/drawingml/2006/main" noGrp="1"/>
          </p:cNvSpPr>
          <p:nvPr/>
        </p:nvSpPr>
        <p:spPr>
          <a:xfrm xmlns:a="http://schemas.openxmlformats.org/drawingml/2006/main">
            <a:off x="685800" y="4648200"/>
            <a:ext cx="5048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lnSpc>
                <a:spcPct val="113000"/>
              </a:lnSpc>
              <a:buNone/>
              <a:defRPr sz="1950" b="0">
                <a:solidFill>
                  <a:srgbClr val="111111"/>
                </a:solidFill>
                <a:latin typeface="Arial"/>
                <a:ea typeface="Arial"/>
                <a:cs typeface="Arial"/>
              </a:defRPr>
            </a:pPr>
            <a:r>
              <a:rPr sz="1950" b="0">
                <a:solidFill>
                  <a:srgbClr val="111111"/>
                </a:solidFill>
                <a:latin typeface="Arial"/>
                <a:ea typeface="Arial"/>
                <a:cs typeface="Arial"/>
              </a:rPr>
              <a:t>Relacionar as necessidades aos riscos e aos requisitos.</a:t>
            </a:r>
          </a:p>
        </p:txBody>
      </p:sp>
      <p:sp>
        <p:nvSpPr>
          <p:cNvPr id="10" name="objective-left-2">
            <a:extLst xmlns:a="http://schemas.openxmlformats.org/drawingml/2006/main">
              <a:ext uri="{FF2B5EF4-FFF2-40B4-BE49-F238E27FC236}">
                <a16:creationId xmlns:a16="http://schemas.microsoft.com/office/drawing/2014/main" id="{462DCC19-71A1-40C8-A93A-35A982827B41}"/>
              </a:ext>
            </a:extLst>
          </p:cNvPr>
          <p:cNvSpPr>
            <a:spLocks xmlns:a="http://schemas.openxmlformats.org/drawingml/2006/main" noGrp="1"/>
          </p:cNvSpPr>
          <p:nvPr/>
        </p:nvSpPr>
        <p:spPr>
          <a:xfrm xmlns:a="http://schemas.openxmlformats.org/drawingml/2006/main">
            <a:off x="685800" y="5343525"/>
            <a:ext cx="5048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lnSpc>
                <a:spcPct val="113000"/>
              </a:lnSpc>
              <a:buNone/>
              <a:defRPr sz="1950" b="0">
                <a:solidFill>
                  <a:srgbClr val="111111"/>
                </a:solidFill>
                <a:latin typeface="Arial"/>
                <a:ea typeface="Arial"/>
                <a:cs typeface="Arial"/>
              </a:defRPr>
            </a:pPr>
            <a:r>
              <a:rPr sz="1950" b="0">
                <a:solidFill>
                  <a:srgbClr val="111111"/>
                </a:solidFill>
                <a:latin typeface="Arial"/>
                <a:ea typeface="Arial"/>
                <a:cs typeface="Arial"/>
              </a:rPr>
              <a:t>Comparar alternativas e condições de viabilidade.</a:t>
            </a:r>
          </a:p>
        </p:txBody>
      </p:sp>
      <p:sp>
        <p:nvSpPr>
          <p:cNvPr id="11" name="objective-right-0">
            <a:extLst xmlns:a="http://schemas.openxmlformats.org/drawingml/2006/main">
              <a:ext uri="{FF2B5EF4-FFF2-40B4-BE49-F238E27FC236}">
                <a16:creationId xmlns:a16="http://schemas.microsoft.com/office/drawing/2014/main" id="{27D1B144-9023-4CAF-9632-7C4A5DAFF53C}"/>
              </a:ext>
            </a:extLst>
          </p:cNvPr>
          <p:cNvSpPr>
            <a:spLocks xmlns:a="http://schemas.openxmlformats.org/drawingml/2006/main" noGrp="1"/>
          </p:cNvSpPr>
          <p:nvPr/>
        </p:nvSpPr>
        <p:spPr>
          <a:xfrm xmlns:a="http://schemas.openxmlformats.org/drawingml/2006/main">
            <a:off x="6457950" y="3952875"/>
            <a:ext cx="5048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lnSpc>
                <a:spcPct val="113000"/>
              </a:lnSpc>
              <a:buNone/>
              <a:defRPr sz="1950" b="0">
                <a:solidFill>
                  <a:srgbClr val="111111"/>
                </a:solidFill>
                <a:latin typeface="Arial"/>
                <a:ea typeface="Arial"/>
                <a:cs typeface="Arial"/>
              </a:defRPr>
            </a:pPr>
            <a:r>
              <a:rPr sz="1950" b="0">
                <a:solidFill>
                  <a:srgbClr val="111111"/>
                </a:solidFill>
                <a:latin typeface="Arial"/>
                <a:ea typeface="Arial"/>
                <a:cs typeface="Arial"/>
              </a:rPr>
              <a:t>Definir responsabilidades e procedimentos de operação.</a:t>
            </a:r>
          </a:p>
        </p:txBody>
      </p:sp>
      <p:sp>
        <p:nvSpPr>
          <p:cNvPr id="12" name="objective-right-1">
            <a:extLst xmlns:a="http://schemas.openxmlformats.org/drawingml/2006/main">
              <a:ext uri="{FF2B5EF4-FFF2-40B4-BE49-F238E27FC236}">
                <a16:creationId xmlns:a16="http://schemas.microsoft.com/office/drawing/2014/main" id="{FC3E5ECE-1610-44F8-8284-E06B3CB11689}"/>
              </a:ext>
            </a:extLst>
          </p:cNvPr>
          <p:cNvSpPr>
            <a:spLocks xmlns:a="http://schemas.openxmlformats.org/drawingml/2006/main" noGrp="1"/>
          </p:cNvSpPr>
          <p:nvPr/>
        </p:nvSpPr>
        <p:spPr>
          <a:xfrm xmlns:a="http://schemas.openxmlformats.org/drawingml/2006/main">
            <a:off x="6457950" y="4648200"/>
            <a:ext cx="5048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lnSpc>
                <a:spcPct val="113000"/>
              </a:lnSpc>
              <a:buNone/>
              <a:defRPr sz="1950" b="0">
                <a:solidFill>
                  <a:srgbClr val="111111"/>
                </a:solidFill>
                <a:latin typeface="Arial"/>
                <a:ea typeface="Arial"/>
                <a:cs typeface="Arial"/>
              </a:defRPr>
            </a:pPr>
            <a:r>
              <a:rPr sz="1950" b="0">
                <a:solidFill>
                  <a:srgbClr val="111111"/>
                </a:solidFill>
                <a:latin typeface="Arial"/>
                <a:ea typeface="Arial"/>
                <a:cs typeface="Arial"/>
              </a:rPr>
              <a:t>Estabelecer plano gradual e indicadores de avaliação.</a:t>
            </a:r>
          </a:p>
        </p:txBody>
      </p:sp>
      <p:sp>
        <p:nvSpPr>
          <p:cNvPr id="13" name="objective-right-2">
            <a:extLst xmlns:a="http://schemas.openxmlformats.org/drawingml/2006/main">
              <a:ext uri="{FF2B5EF4-FFF2-40B4-BE49-F238E27FC236}">
                <a16:creationId xmlns:a16="http://schemas.microsoft.com/office/drawing/2014/main" id="{5AAA4497-3921-4E87-89DF-733F58F08370}"/>
              </a:ext>
            </a:extLst>
          </p:cNvPr>
          <p:cNvSpPr>
            <a:spLocks xmlns:a="http://schemas.openxmlformats.org/drawingml/2006/main" noGrp="1"/>
          </p:cNvSpPr>
          <p:nvPr/>
        </p:nvSpPr>
        <p:spPr>
          <a:xfrm xmlns:a="http://schemas.openxmlformats.org/drawingml/2006/main">
            <a:off x="6457950" y="5343525"/>
            <a:ext cx="5048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lnSpc>
                <a:spcPct val="113000"/>
              </a:lnSpc>
              <a:buNone/>
              <a:defRPr sz="1950" b="0">
                <a:solidFill>
                  <a:srgbClr val="111111"/>
                </a:solidFill>
                <a:latin typeface="Arial"/>
                <a:ea typeface="Arial"/>
                <a:cs typeface="Arial"/>
              </a:defRPr>
            </a:pPr>
            <a:r>
              <a:rPr sz="1950" b="0">
                <a:solidFill>
                  <a:srgbClr val="111111"/>
                </a:solidFill>
                <a:latin typeface="Arial"/>
                <a:ea typeface="Arial"/>
                <a:cs typeface="Arial"/>
              </a:rPr>
              <a:t>Propor diretrizes preventivas para eventual apoio de IA.</a:t>
            </a:r>
          </a:p>
        </p:txBody>
      </p:sp>
      <p:sp>
        <p:nvSpPr>
          <p:cNvPr id="14" name="source">
            <a:extLst xmlns:a="http://schemas.openxmlformats.org/drawingml/2006/main">
              <a:ext uri="{FF2B5EF4-FFF2-40B4-BE49-F238E27FC236}">
                <a16:creationId xmlns:a16="http://schemas.microsoft.com/office/drawing/2014/main" id="{B6B12291-247B-4FFD-9A55-750D707E037A}"/>
              </a:ext>
            </a:extLst>
          </p:cNvPr>
          <p:cNvSpPr>
            <a:spLocks xmlns:a="http://schemas.openxmlformats.org/drawingml/2006/main" noGrp="1"/>
          </p:cNvSpPr>
          <p:nvPr/>
        </p:nvSpPr>
        <p:spPr>
          <a:xfrm xmlns:a="http://schemas.openxmlformats.org/drawingml/2006/main">
            <a:off x="685800" y="6076950"/>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464646"/>
                </a:solidFill>
                <a:latin typeface="Arial"/>
                <a:ea typeface="Arial"/>
                <a:cs typeface="Arial"/>
              </a:defRPr>
            </a:defPPr>
            <a:lvl1pPr algn="l">
              <a:defRPr sz="1500" b="0">
                <a:solidFill>
                  <a:srgbClr val="464646"/>
                </a:solidFill>
                <a:latin typeface="Arial"/>
                <a:ea typeface="Arial"/>
                <a:cs typeface="Arial"/>
              </a:defRPr>
            </a:lvl1pPr>
            <a:lvl2pPr algn="l">
              <a:defRPr sz="1500" b="0">
                <a:solidFill>
                  <a:srgbClr val="464646"/>
                </a:solidFill>
                <a:latin typeface="Arial"/>
                <a:ea typeface="Arial"/>
                <a:cs typeface="Arial"/>
              </a:defRPr>
            </a:lvl2pPr>
            <a:lvl3pPr algn="l">
              <a:defRPr sz="1500" b="0">
                <a:solidFill>
                  <a:srgbClr val="464646"/>
                </a:solidFill>
                <a:latin typeface="Arial"/>
                <a:ea typeface="Arial"/>
                <a:cs typeface="Arial"/>
              </a:defRPr>
            </a:lvl3pPr>
            <a:lvl4pPr algn="l">
              <a:defRPr sz="1500" b="0">
                <a:solidFill>
                  <a:srgbClr val="464646"/>
                </a:solidFill>
                <a:latin typeface="Arial"/>
                <a:ea typeface="Arial"/>
                <a:cs typeface="Arial"/>
              </a:defRPr>
            </a:lvl4pPr>
            <a:lvl5pPr algn="l">
              <a:defRPr sz="1500" b="0">
                <a:solidFill>
                  <a:srgbClr val="464646"/>
                </a:solidFill>
                <a:latin typeface="Arial"/>
                <a:ea typeface="Arial"/>
                <a:cs typeface="Arial"/>
              </a:defRPr>
            </a:lvl5pPr>
            <a:lvl6pPr algn="l">
              <a:defRPr sz="1500" b="0">
                <a:solidFill>
                  <a:srgbClr val="464646"/>
                </a:solidFill>
                <a:latin typeface="Arial"/>
                <a:ea typeface="Arial"/>
                <a:cs typeface="Arial"/>
              </a:defRPr>
            </a:lvl6pPr>
            <a:lvl7pPr algn="l">
              <a:defRPr sz="1500" b="0">
                <a:solidFill>
                  <a:srgbClr val="464646"/>
                </a:solidFill>
                <a:latin typeface="Arial"/>
                <a:ea typeface="Arial"/>
                <a:cs typeface="Arial"/>
              </a:defRPr>
            </a:lvl7pPr>
            <a:lvl8pPr algn="l">
              <a:defRPr sz="1500" b="0">
                <a:solidFill>
                  <a:srgbClr val="464646"/>
                </a:solidFill>
                <a:latin typeface="Arial"/>
                <a:ea typeface="Arial"/>
                <a:cs typeface="Arial"/>
              </a:defRPr>
            </a:lvl8pPr>
            <a:lvl9pPr algn="l">
              <a:defRPr sz="1500" b="0">
                <a:solidFill>
                  <a:srgbClr val="464646"/>
                </a:solidFill>
                <a:latin typeface="Arial"/>
                <a:ea typeface="Arial"/>
                <a:cs typeface="Arial"/>
              </a:defRPr>
            </a:lvl9pPr>
          </a:lstStyle>
          <a:p xmlns:a="http://schemas.openxmlformats.org/drawingml/2006/main">
            <a:pPr algn="l">
              <a:lnSpc>
                <a:spcPct val="105000"/>
              </a:lnSpc>
              <a:buNone/>
              <a:defRPr sz="1500" b="0">
                <a:solidFill>
                  <a:srgbClr val="464646"/>
                </a:solidFill>
                <a:latin typeface="Arial"/>
                <a:ea typeface="Arial"/>
                <a:cs typeface="Arial"/>
              </a:defRPr>
            </a:pPr>
            <a:r>
              <a:rPr sz="1500" b="0">
                <a:solidFill>
                  <a:srgbClr val="464646"/>
                </a:solidFill>
                <a:latin typeface="Arial"/>
                <a:ea typeface="Arial"/>
                <a:cs typeface="Arial"/>
              </a:rPr>
              <a:t>Fonte: elaboração própria.</a:t>
            </a:r>
          </a:p>
        </p:txBody>
      </p:sp>
    </p:spTree>
    <p:extLst>
      <p:ext uri="{BB962C8B-B14F-4D97-AF65-F5344CB8AC3E}">
        <p14:creationId xmlns:p14="http://schemas.microsoft.com/office/powerpoint/2010/main" val="47510209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0F3E048D-CA96-415D-92BF-DD98FD0239BF}"/>
              </a:ext>
            </a:extLst>
          </p:cNvPr>
          <p:cNvSpPr>
            <a:spLocks xmlns:a="http://schemas.openxmlformats.org/drawingml/2006/main" noGrp="1"/>
          </p:cNvSpPr>
          <p:nvPr/>
        </p:nvSpPr>
        <p:spPr>
          <a:xfrm xmlns:a="http://schemas.openxmlformats.org/drawingml/2006/main">
            <a:off x="685800" y="41910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11111"/>
                </a:solidFill>
                <a:latin typeface="Arial"/>
                <a:ea typeface="Arial"/>
                <a:cs typeface="Arial"/>
              </a:defRPr>
            </a:defPPr>
            <a:lvl1pPr algn="l">
              <a:defRPr sz="3300" b="1">
                <a:solidFill>
                  <a:srgbClr val="111111"/>
                </a:solidFill>
                <a:latin typeface="Arial"/>
                <a:ea typeface="Arial"/>
                <a:cs typeface="Arial"/>
              </a:defRPr>
            </a:lvl1pPr>
            <a:lvl2pPr algn="l">
              <a:defRPr sz="3300" b="1">
                <a:solidFill>
                  <a:srgbClr val="111111"/>
                </a:solidFill>
                <a:latin typeface="Arial"/>
                <a:ea typeface="Arial"/>
                <a:cs typeface="Arial"/>
              </a:defRPr>
            </a:lvl2pPr>
            <a:lvl3pPr algn="l">
              <a:defRPr sz="3300" b="1">
                <a:solidFill>
                  <a:srgbClr val="111111"/>
                </a:solidFill>
                <a:latin typeface="Arial"/>
                <a:ea typeface="Arial"/>
                <a:cs typeface="Arial"/>
              </a:defRPr>
            </a:lvl3pPr>
            <a:lvl4pPr algn="l">
              <a:defRPr sz="3300" b="1">
                <a:solidFill>
                  <a:srgbClr val="111111"/>
                </a:solidFill>
                <a:latin typeface="Arial"/>
                <a:ea typeface="Arial"/>
                <a:cs typeface="Arial"/>
              </a:defRPr>
            </a:lvl4pPr>
            <a:lvl5pPr algn="l">
              <a:defRPr sz="3300" b="1">
                <a:solidFill>
                  <a:srgbClr val="111111"/>
                </a:solidFill>
                <a:latin typeface="Arial"/>
                <a:ea typeface="Arial"/>
                <a:cs typeface="Arial"/>
              </a:defRPr>
            </a:lvl5pPr>
            <a:lvl6pPr algn="l">
              <a:defRPr sz="3300" b="1">
                <a:solidFill>
                  <a:srgbClr val="111111"/>
                </a:solidFill>
                <a:latin typeface="Arial"/>
                <a:ea typeface="Arial"/>
                <a:cs typeface="Arial"/>
              </a:defRPr>
            </a:lvl6pPr>
            <a:lvl7pPr algn="l">
              <a:defRPr sz="3300" b="1">
                <a:solidFill>
                  <a:srgbClr val="111111"/>
                </a:solidFill>
                <a:latin typeface="Arial"/>
                <a:ea typeface="Arial"/>
                <a:cs typeface="Arial"/>
              </a:defRPr>
            </a:lvl7pPr>
            <a:lvl8pPr algn="l">
              <a:defRPr sz="3300" b="1">
                <a:solidFill>
                  <a:srgbClr val="111111"/>
                </a:solidFill>
                <a:latin typeface="Arial"/>
                <a:ea typeface="Arial"/>
                <a:cs typeface="Arial"/>
              </a:defRPr>
            </a:lvl8pPr>
            <a:lvl9pPr algn="l">
              <a:defRPr sz="3300" b="1">
                <a:solidFill>
                  <a:srgbClr val="111111"/>
                </a:solidFill>
                <a:latin typeface="Arial"/>
                <a:ea typeface="Arial"/>
                <a:cs typeface="Arial"/>
              </a:defRPr>
            </a:lvl9pPr>
          </a:lstStyle>
          <a:p xmlns:a="http://schemas.openxmlformats.org/drawingml/2006/main">
            <a:pPr algn="l">
              <a:lnSpc>
                <a:spcPct val="113000"/>
              </a:lnSpc>
              <a:buNone/>
              <a:defRPr sz="3300" b="1">
                <a:solidFill>
                  <a:srgbClr val="111111"/>
                </a:solidFill>
                <a:latin typeface="Arial"/>
                <a:ea typeface="Arial"/>
                <a:cs typeface="Arial"/>
              </a:defRPr>
            </a:pPr>
            <a:r>
              <a:rPr sz="3300" b="1">
                <a:solidFill>
                  <a:srgbClr val="111111"/>
                </a:solidFill>
                <a:latin typeface="Arial"/>
                <a:ea typeface="Arial"/>
                <a:cs typeface="Arial"/>
              </a:rPr>
              <a:t>3 JUSTIFICATIVA</a:t>
            </a:r>
          </a:p>
        </p:txBody>
      </p:sp>
      <p:sp>
        <p:nvSpPr>
          <p:cNvPr id="2" name="heading-rule">
            <a:extLst xmlns:a="http://schemas.openxmlformats.org/drawingml/2006/main">
              <a:ext uri="{FF2B5EF4-FFF2-40B4-BE49-F238E27FC236}">
                <a16:creationId xmlns:a16="http://schemas.microsoft.com/office/drawing/2014/main" id="{11815050-89BB-4C61-999B-69AB72E49620}"/>
              </a:ext>
            </a:extLst>
          </p:cNvPr>
          <p:cNvSpPr>
            <a:spLocks xmlns:a="http://schemas.openxmlformats.org/drawingml/2006/main" noGrp="1"/>
          </p:cNvSpPr>
          <p:nvPr/>
        </p:nvSpPr>
        <p:spPr>
          <a:xfrm xmlns:a="http://schemas.openxmlformats.org/drawingml/2006/main">
            <a:off x="685800" y="1171575"/>
            <a:ext cx="10820400" cy="0"/>
          </a:xfrm>
          <a:prstGeom xmlns:a="http://schemas.openxmlformats.org/drawingml/2006/main" prst="line">
            <a:avLst/>
          </a:prstGeom>
          <a:noFill xmlns:a="http://schemas.openxmlformats.org/drawingml/2006/main"/>
          <a:ln xmlns:a="http://schemas.openxmlformats.org/drawingml/2006/main" w="11430">
            <a:solidFill>
              <a:srgbClr val="AD1115"/>
            </a:solidFill>
            <a:prstDash val="solid"/>
          </a:ln>
        </p:spPr>
      </p:sp>
      <p:sp>
        <p:nvSpPr>
          <p:cNvPr id="3" name="institution-footer">
            <a:extLst xmlns:a="http://schemas.openxmlformats.org/drawingml/2006/main">
              <a:ext uri="{FF2B5EF4-FFF2-40B4-BE49-F238E27FC236}">
                <a16:creationId xmlns:a16="http://schemas.microsoft.com/office/drawing/2014/main" id="{5E5B05A0-7EE3-437C-BDEE-6F75EA768007}"/>
              </a:ext>
            </a:extLst>
          </p:cNvPr>
          <p:cNvSpPr>
            <a:spLocks xmlns:a="http://schemas.openxmlformats.org/drawingml/2006/main" noGrp="1"/>
          </p:cNvSpPr>
          <p:nvPr/>
        </p:nvSpPr>
        <p:spPr>
          <a:xfrm xmlns:a="http://schemas.openxmlformats.org/drawingml/2006/main">
            <a:off x="685800" y="654367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64646"/>
                </a:solidFill>
                <a:latin typeface="Arial"/>
                <a:ea typeface="Arial"/>
                <a:cs typeface="Arial"/>
              </a:defRPr>
            </a:defPPr>
            <a:lvl1pPr algn="l">
              <a:defRPr sz="1350" b="0">
                <a:solidFill>
                  <a:srgbClr val="464646"/>
                </a:solidFill>
                <a:latin typeface="Arial"/>
                <a:ea typeface="Arial"/>
                <a:cs typeface="Arial"/>
              </a:defRPr>
            </a:lvl1pPr>
            <a:lvl2pPr algn="l">
              <a:defRPr sz="1350" b="0">
                <a:solidFill>
                  <a:srgbClr val="464646"/>
                </a:solidFill>
                <a:latin typeface="Arial"/>
                <a:ea typeface="Arial"/>
                <a:cs typeface="Arial"/>
              </a:defRPr>
            </a:lvl2pPr>
            <a:lvl3pPr algn="l">
              <a:defRPr sz="1350" b="0">
                <a:solidFill>
                  <a:srgbClr val="464646"/>
                </a:solidFill>
                <a:latin typeface="Arial"/>
                <a:ea typeface="Arial"/>
                <a:cs typeface="Arial"/>
              </a:defRPr>
            </a:lvl3pPr>
            <a:lvl4pPr algn="l">
              <a:defRPr sz="1350" b="0">
                <a:solidFill>
                  <a:srgbClr val="464646"/>
                </a:solidFill>
                <a:latin typeface="Arial"/>
                <a:ea typeface="Arial"/>
                <a:cs typeface="Arial"/>
              </a:defRPr>
            </a:lvl4pPr>
            <a:lvl5pPr algn="l">
              <a:defRPr sz="1350" b="0">
                <a:solidFill>
                  <a:srgbClr val="464646"/>
                </a:solidFill>
                <a:latin typeface="Arial"/>
                <a:ea typeface="Arial"/>
                <a:cs typeface="Arial"/>
              </a:defRPr>
            </a:lvl5pPr>
            <a:lvl6pPr algn="l">
              <a:defRPr sz="1350" b="0">
                <a:solidFill>
                  <a:srgbClr val="464646"/>
                </a:solidFill>
                <a:latin typeface="Arial"/>
                <a:ea typeface="Arial"/>
                <a:cs typeface="Arial"/>
              </a:defRPr>
            </a:lvl6pPr>
            <a:lvl7pPr algn="l">
              <a:defRPr sz="1350" b="0">
                <a:solidFill>
                  <a:srgbClr val="464646"/>
                </a:solidFill>
                <a:latin typeface="Arial"/>
                <a:ea typeface="Arial"/>
                <a:cs typeface="Arial"/>
              </a:defRPr>
            </a:lvl7pPr>
            <a:lvl8pPr algn="l">
              <a:defRPr sz="1350" b="0">
                <a:solidFill>
                  <a:srgbClr val="464646"/>
                </a:solidFill>
                <a:latin typeface="Arial"/>
                <a:ea typeface="Arial"/>
                <a:cs typeface="Arial"/>
              </a:defRPr>
            </a:lvl8pPr>
            <a:lvl9pPr algn="l">
              <a:defRPr sz="1350" b="0">
                <a:solidFill>
                  <a:srgbClr val="464646"/>
                </a:solidFill>
                <a:latin typeface="Arial"/>
                <a:ea typeface="Arial"/>
                <a:cs typeface="Arial"/>
              </a:defRPr>
            </a:lvl9pPr>
          </a:lstStyle>
          <a:p xmlns:a="http://schemas.openxmlformats.org/drawingml/2006/main">
            <a:pPr algn="l">
              <a:lnSpc>
                <a:spcPct val="113000"/>
              </a:lnSpc>
              <a:buNone/>
              <a:defRPr sz="1350" b="0">
                <a:solidFill>
                  <a:srgbClr val="464646"/>
                </a:solidFill>
                <a:latin typeface="Arial"/>
                <a:ea typeface="Arial"/>
                <a:cs typeface="Arial"/>
              </a:defRPr>
            </a:pPr>
            <a:r>
              <a:rPr sz="1350" b="0">
                <a:solidFill>
                  <a:srgbClr val="464646"/>
                </a:solidFill>
                <a:latin typeface="Arial"/>
                <a:ea typeface="Arial"/>
                <a:cs typeface="Arial"/>
              </a:rPr>
              <a:t>Fatec Barueri, Trabalho de Graduação I</a:t>
            </a:r>
          </a:p>
        </p:txBody>
      </p:sp>
      <p:sp>
        <p:nvSpPr>
          <p:cNvPr id="4" name="slide-number">
            <a:extLst xmlns:a="http://schemas.openxmlformats.org/drawingml/2006/main">
              <a:ext uri="{FF2B5EF4-FFF2-40B4-BE49-F238E27FC236}">
                <a16:creationId xmlns:a16="http://schemas.microsoft.com/office/drawing/2014/main" id="{059F21E8-B8CB-467A-BB43-6501C6203672}"/>
              </a:ext>
            </a:extLst>
          </p:cNvPr>
          <p:cNvSpPr>
            <a:spLocks xmlns:a="http://schemas.openxmlformats.org/drawingml/2006/main" noGrp="1"/>
          </p:cNvSpPr>
          <p:nvPr/>
        </p:nvSpPr>
        <p:spPr>
          <a:xfrm xmlns:a="http://schemas.openxmlformats.org/drawingml/2006/main">
            <a:off x="11049000" y="65151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464646"/>
                </a:solidFill>
                <a:latin typeface="Arial"/>
                <a:ea typeface="Arial"/>
                <a:cs typeface="Arial"/>
              </a:defRPr>
            </a:defPPr>
            <a:lvl1pPr algn="r">
              <a:defRPr sz="1500" b="0">
                <a:solidFill>
                  <a:srgbClr val="464646"/>
                </a:solidFill>
                <a:latin typeface="Arial"/>
                <a:ea typeface="Arial"/>
                <a:cs typeface="Arial"/>
              </a:defRPr>
            </a:lvl1pPr>
            <a:lvl2pPr algn="r">
              <a:defRPr sz="1500" b="0">
                <a:solidFill>
                  <a:srgbClr val="464646"/>
                </a:solidFill>
                <a:latin typeface="Arial"/>
                <a:ea typeface="Arial"/>
                <a:cs typeface="Arial"/>
              </a:defRPr>
            </a:lvl2pPr>
            <a:lvl3pPr algn="r">
              <a:defRPr sz="1500" b="0">
                <a:solidFill>
                  <a:srgbClr val="464646"/>
                </a:solidFill>
                <a:latin typeface="Arial"/>
                <a:ea typeface="Arial"/>
                <a:cs typeface="Arial"/>
              </a:defRPr>
            </a:lvl3pPr>
            <a:lvl4pPr algn="r">
              <a:defRPr sz="1500" b="0">
                <a:solidFill>
                  <a:srgbClr val="464646"/>
                </a:solidFill>
                <a:latin typeface="Arial"/>
                <a:ea typeface="Arial"/>
                <a:cs typeface="Arial"/>
              </a:defRPr>
            </a:lvl4pPr>
            <a:lvl5pPr algn="r">
              <a:defRPr sz="1500" b="0">
                <a:solidFill>
                  <a:srgbClr val="464646"/>
                </a:solidFill>
                <a:latin typeface="Arial"/>
                <a:ea typeface="Arial"/>
                <a:cs typeface="Arial"/>
              </a:defRPr>
            </a:lvl5pPr>
            <a:lvl6pPr algn="r">
              <a:defRPr sz="1500" b="0">
                <a:solidFill>
                  <a:srgbClr val="464646"/>
                </a:solidFill>
                <a:latin typeface="Arial"/>
                <a:ea typeface="Arial"/>
                <a:cs typeface="Arial"/>
              </a:defRPr>
            </a:lvl6pPr>
            <a:lvl7pPr algn="r">
              <a:defRPr sz="1500" b="0">
                <a:solidFill>
                  <a:srgbClr val="464646"/>
                </a:solidFill>
                <a:latin typeface="Arial"/>
                <a:ea typeface="Arial"/>
                <a:cs typeface="Arial"/>
              </a:defRPr>
            </a:lvl7pPr>
            <a:lvl8pPr algn="r">
              <a:defRPr sz="1500" b="0">
                <a:solidFill>
                  <a:srgbClr val="464646"/>
                </a:solidFill>
                <a:latin typeface="Arial"/>
                <a:ea typeface="Arial"/>
                <a:cs typeface="Arial"/>
              </a:defRPr>
            </a:lvl8pPr>
            <a:lvl9pPr algn="r">
              <a:defRPr sz="1500" b="0">
                <a:solidFill>
                  <a:srgbClr val="464646"/>
                </a:solidFill>
                <a:latin typeface="Arial"/>
                <a:ea typeface="Arial"/>
                <a:cs typeface="Arial"/>
              </a:defRPr>
            </a:lvl9pPr>
          </a:lstStyle>
          <a:p xmlns:a="http://schemas.openxmlformats.org/drawingml/2006/main">
            <a:pPr algn="r">
              <a:lnSpc>
                <a:spcPct val="113000"/>
              </a:lnSpc>
              <a:buNone/>
              <a:defRPr sz="1500" b="0">
                <a:solidFill>
                  <a:srgbClr val="464646"/>
                </a:solidFill>
                <a:latin typeface="Arial"/>
                <a:ea typeface="Arial"/>
                <a:cs typeface="Arial"/>
              </a:defRPr>
            </a:pPr>
            <a:r>
              <a:rPr sz="1500" b="0">
                <a:solidFill>
                  <a:srgbClr val="464646"/>
                </a:solidFill>
                <a:latin typeface="Arial"/>
                <a:ea typeface="Arial"/>
                <a:cs typeface="Arial"/>
              </a:rPr>
              <a:t>04</a:t>
            </a:r>
          </a:p>
        </p:txBody>
      </p:sp>
      <p:sp>
        <p:nvSpPr>
          <p:cNvPr id="5" name="academic-heading">
            <a:extLst xmlns:a="http://schemas.openxmlformats.org/drawingml/2006/main">
              <a:ext uri="{FF2B5EF4-FFF2-40B4-BE49-F238E27FC236}">
                <a16:creationId xmlns:a16="http://schemas.microsoft.com/office/drawing/2014/main" id="{034A527D-9E25-4B93-AEF7-D76A8B84E96B}"/>
              </a:ext>
            </a:extLst>
          </p:cNvPr>
          <p:cNvSpPr>
            <a:spLocks xmlns:a="http://schemas.openxmlformats.org/drawingml/2006/main" noGrp="1"/>
          </p:cNvSpPr>
          <p:nvPr/>
        </p:nvSpPr>
        <p:spPr>
          <a:xfrm xmlns:a="http://schemas.openxmlformats.org/drawingml/2006/main">
            <a:off x="685800" y="1476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11111"/>
                </a:solidFill>
                <a:latin typeface="Arial"/>
                <a:ea typeface="Arial"/>
                <a:cs typeface="Arial"/>
              </a:defRPr>
            </a:defPPr>
            <a:lvl1pPr algn="l">
              <a:defRPr sz="2250" b="1">
                <a:solidFill>
                  <a:srgbClr val="111111"/>
                </a:solidFill>
                <a:latin typeface="Arial"/>
                <a:ea typeface="Arial"/>
                <a:cs typeface="Arial"/>
              </a:defRPr>
            </a:lvl1pPr>
            <a:lvl2pPr algn="l">
              <a:defRPr sz="2250" b="1">
                <a:solidFill>
                  <a:srgbClr val="111111"/>
                </a:solidFill>
                <a:latin typeface="Arial"/>
                <a:ea typeface="Arial"/>
                <a:cs typeface="Arial"/>
              </a:defRPr>
            </a:lvl2pPr>
            <a:lvl3pPr algn="l">
              <a:defRPr sz="2250" b="1">
                <a:solidFill>
                  <a:srgbClr val="111111"/>
                </a:solidFill>
                <a:latin typeface="Arial"/>
                <a:ea typeface="Arial"/>
                <a:cs typeface="Arial"/>
              </a:defRPr>
            </a:lvl3pPr>
            <a:lvl4pPr algn="l">
              <a:defRPr sz="2250" b="1">
                <a:solidFill>
                  <a:srgbClr val="111111"/>
                </a:solidFill>
                <a:latin typeface="Arial"/>
                <a:ea typeface="Arial"/>
                <a:cs typeface="Arial"/>
              </a:defRPr>
            </a:lvl4pPr>
            <a:lvl5pPr algn="l">
              <a:defRPr sz="2250" b="1">
                <a:solidFill>
                  <a:srgbClr val="111111"/>
                </a:solidFill>
                <a:latin typeface="Arial"/>
                <a:ea typeface="Arial"/>
                <a:cs typeface="Arial"/>
              </a:defRPr>
            </a:lvl5pPr>
            <a:lvl6pPr algn="l">
              <a:defRPr sz="2250" b="1">
                <a:solidFill>
                  <a:srgbClr val="111111"/>
                </a:solidFill>
                <a:latin typeface="Arial"/>
                <a:ea typeface="Arial"/>
                <a:cs typeface="Arial"/>
              </a:defRPr>
            </a:lvl6pPr>
            <a:lvl7pPr algn="l">
              <a:defRPr sz="2250" b="1">
                <a:solidFill>
                  <a:srgbClr val="111111"/>
                </a:solidFill>
                <a:latin typeface="Arial"/>
                <a:ea typeface="Arial"/>
                <a:cs typeface="Arial"/>
              </a:defRPr>
            </a:lvl7pPr>
            <a:lvl8pPr algn="l">
              <a:defRPr sz="2250" b="1">
                <a:solidFill>
                  <a:srgbClr val="111111"/>
                </a:solidFill>
                <a:latin typeface="Arial"/>
                <a:ea typeface="Arial"/>
                <a:cs typeface="Arial"/>
              </a:defRPr>
            </a:lvl8pPr>
            <a:lvl9pPr algn="l">
              <a:defRPr sz="2250" b="1">
                <a:solidFill>
                  <a:srgbClr val="111111"/>
                </a:solidFill>
                <a:latin typeface="Arial"/>
                <a:ea typeface="Arial"/>
                <a:cs typeface="Arial"/>
              </a:defRPr>
            </a:lvl9pPr>
          </a:lstStyle>
          <a:p xmlns:a="http://schemas.openxmlformats.org/drawingml/2006/main">
            <a:pPr algn="l">
              <a:lnSpc>
                <a:spcPct val="113000"/>
              </a:lnSpc>
              <a:buNone/>
              <a:defRPr sz="2250" b="1">
                <a:solidFill>
                  <a:srgbClr val="111111"/>
                </a:solidFill>
                <a:latin typeface="Arial"/>
                <a:ea typeface="Arial"/>
                <a:cs typeface="Arial"/>
              </a:defRPr>
            </a:pPr>
            <a:r>
              <a:rPr sz="2250" b="1">
                <a:solidFill>
                  <a:srgbClr val="111111"/>
                </a:solidFill>
                <a:latin typeface="Arial"/>
                <a:ea typeface="Arial"/>
                <a:cs typeface="Arial"/>
              </a:rPr>
              <a:t>Relevância acadêmica</a:t>
            </a:r>
          </a:p>
        </p:txBody>
      </p:sp>
      <p:sp>
        <p:nvSpPr>
          <p:cNvPr id="6" name="academic">
            <a:extLst xmlns:a="http://schemas.openxmlformats.org/drawingml/2006/main">
              <a:ext uri="{FF2B5EF4-FFF2-40B4-BE49-F238E27FC236}">
                <a16:creationId xmlns:a16="http://schemas.microsoft.com/office/drawing/2014/main" id="{D81EA286-74EE-4E2E-8A26-1309AB1D1750}"/>
              </a:ext>
            </a:extLst>
          </p:cNvPr>
          <p:cNvSpPr>
            <a:spLocks xmlns:a="http://schemas.openxmlformats.org/drawingml/2006/main" noGrp="1"/>
          </p:cNvSpPr>
          <p:nvPr/>
        </p:nvSpPr>
        <p:spPr>
          <a:xfrm xmlns:a="http://schemas.openxmlformats.org/drawingml/2006/main">
            <a:off x="685800" y="2009775"/>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111111"/>
                </a:solidFill>
                <a:latin typeface="Arial"/>
                <a:ea typeface="Arial"/>
                <a:cs typeface="Arial"/>
              </a:defRPr>
            </a:defPPr>
            <a:lvl1pPr algn="l">
              <a:defRPr sz="2325" b="0">
                <a:solidFill>
                  <a:srgbClr val="111111"/>
                </a:solidFill>
                <a:latin typeface="Arial"/>
                <a:ea typeface="Arial"/>
                <a:cs typeface="Arial"/>
              </a:defRPr>
            </a:lvl1pPr>
            <a:lvl2pPr algn="l">
              <a:defRPr sz="2325" b="0">
                <a:solidFill>
                  <a:srgbClr val="111111"/>
                </a:solidFill>
                <a:latin typeface="Arial"/>
                <a:ea typeface="Arial"/>
                <a:cs typeface="Arial"/>
              </a:defRPr>
            </a:lvl2pPr>
            <a:lvl3pPr algn="l">
              <a:defRPr sz="2325" b="0">
                <a:solidFill>
                  <a:srgbClr val="111111"/>
                </a:solidFill>
                <a:latin typeface="Arial"/>
                <a:ea typeface="Arial"/>
                <a:cs typeface="Arial"/>
              </a:defRPr>
            </a:lvl3pPr>
            <a:lvl4pPr algn="l">
              <a:defRPr sz="2325" b="0">
                <a:solidFill>
                  <a:srgbClr val="111111"/>
                </a:solidFill>
                <a:latin typeface="Arial"/>
                <a:ea typeface="Arial"/>
                <a:cs typeface="Arial"/>
              </a:defRPr>
            </a:lvl4pPr>
            <a:lvl5pPr algn="l">
              <a:defRPr sz="2325" b="0">
                <a:solidFill>
                  <a:srgbClr val="111111"/>
                </a:solidFill>
                <a:latin typeface="Arial"/>
                <a:ea typeface="Arial"/>
                <a:cs typeface="Arial"/>
              </a:defRPr>
            </a:lvl5pPr>
            <a:lvl6pPr algn="l">
              <a:defRPr sz="2325" b="0">
                <a:solidFill>
                  <a:srgbClr val="111111"/>
                </a:solidFill>
                <a:latin typeface="Arial"/>
                <a:ea typeface="Arial"/>
                <a:cs typeface="Arial"/>
              </a:defRPr>
            </a:lvl6pPr>
            <a:lvl7pPr algn="l">
              <a:defRPr sz="2325" b="0">
                <a:solidFill>
                  <a:srgbClr val="111111"/>
                </a:solidFill>
                <a:latin typeface="Arial"/>
                <a:ea typeface="Arial"/>
                <a:cs typeface="Arial"/>
              </a:defRPr>
            </a:lvl7pPr>
            <a:lvl8pPr algn="l">
              <a:defRPr sz="2325" b="0">
                <a:solidFill>
                  <a:srgbClr val="111111"/>
                </a:solidFill>
                <a:latin typeface="Arial"/>
                <a:ea typeface="Arial"/>
                <a:cs typeface="Arial"/>
              </a:defRPr>
            </a:lvl8pPr>
            <a:lvl9pPr algn="l">
              <a:defRPr sz="2325" b="0">
                <a:solidFill>
                  <a:srgbClr val="111111"/>
                </a:solidFill>
                <a:latin typeface="Arial"/>
                <a:ea typeface="Arial"/>
                <a:cs typeface="Arial"/>
              </a:defRPr>
            </a:lvl9pPr>
          </a:lstStyle>
          <a:p xmlns:a="http://schemas.openxmlformats.org/drawingml/2006/main">
            <a:pPr algn="l">
              <a:lnSpc>
                <a:spcPct val="113000"/>
              </a:lnSpc>
              <a:buNone/>
              <a:defRPr sz="2325" b="0">
                <a:solidFill>
                  <a:srgbClr val="111111"/>
                </a:solidFill>
                <a:latin typeface="Arial"/>
                <a:ea typeface="Arial"/>
                <a:cs typeface="Arial"/>
              </a:defRPr>
            </a:pPr>
            <a:r>
              <a:rPr sz="2325" b="0">
                <a:solidFill>
                  <a:srgbClr val="111111"/>
                </a:solidFill>
                <a:latin typeface="Arial"/>
                <a:ea typeface="Arial"/>
                <a:cs typeface="Arial"/>
              </a:rPr>
              <a:t>Relaciona conceitos de governança de TI às condições de gestão dos acessos em uma instituição pública de ensino.</a:t>
            </a:r>
          </a:p>
        </p:txBody>
      </p:sp>
      <p:sp>
        <p:nvSpPr>
          <p:cNvPr id="7" name="institutional-heading">
            <a:extLst xmlns:a="http://schemas.openxmlformats.org/drawingml/2006/main">
              <a:ext uri="{FF2B5EF4-FFF2-40B4-BE49-F238E27FC236}">
                <a16:creationId xmlns:a16="http://schemas.microsoft.com/office/drawing/2014/main" id="{8DEF8D8A-83D9-49F2-8386-B6459B12302E}"/>
              </a:ext>
            </a:extLst>
          </p:cNvPr>
          <p:cNvSpPr>
            <a:spLocks xmlns:a="http://schemas.openxmlformats.org/drawingml/2006/main" noGrp="1"/>
          </p:cNvSpPr>
          <p:nvPr/>
        </p:nvSpPr>
        <p:spPr>
          <a:xfrm xmlns:a="http://schemas.openxmlformats.org/drawingml/2006/main">
            <a:off x="685800" y="30670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11111"/>
                </a:solidFill>
                <a:latin typeface="Arial"/>
                <a:ea typeface="Arial"/>
                <a:cs typeface="Arial"/>
              </a:defRPr>
            </a:defPPr>
            <a:lvl1pPr algn="l">
              <a:defRPr sz="2250" b="1">
                <a:solidFill>
                  <a:srgbClr val="111111"/>
                </a:solidFill>
                <a:latin typeface="Arial"/>
                <a:ea typeface="Arial"/>
                <a:cs typeface="Arial"/>
              </a:defRPr>
            </a:lvl1pPr>
            <a:lvl2pPr algn="l">
              <a:defRPr sz="2250" b="1">
                <a:solidFill>
                  <a:srgbClr val="111111"/>
                </a:solidFill>
                <a:latin typeface="Arial"/>
                <a:ea typeface="Arial"/>
                <a:cs typeface="Arial"/>
              </a:defRPr>
            </a:lvl2pPr>
            <a:lvl3pPr algn="l">
              <a:defRPr sz="2250" b="1">
                <a:solidFill>
                  <a:srgbClr val="111111"/>
                </a:solidFill>
                <a:latin typeface="Arial"/>
                <a:ea typeface="Arial"/>
                <a:cs typeface="Arial"/>
              </a:defRPr>
            </a:lvl3pPr>
            <a:lvl4pPr algn="l">
              <a:defRPr sz="2250" b="1">
                <a:solidFill>
                  <a:srgbClr val="111111"/>
                </a:solidFill>
                <a:latin typeface="Arial"/>
                <a:ea typeface="Arial"/>
                <a:cs typeface="Arial"/>
              </a:defRPr>
            </a:lvl4pPr>
            <a:lvl5pPr algn="l">
              <a:defRPr sz="2250" b="1">
                <a:solidFill>
                  <a:srgbClr val="111111"/>
                </a:solidFill>
                <a:latin typeface="Arial"/>
                <a:ea typeface="Arial"/>
                <a:cs typeface="Arial"/>
              </a:defRPr>
            </a:lvl5pPr>
            <a:lvl6pPr algn="l">
              <a:defRPr sz="2250" b="1">
                <a:solidFill>
                  <a:srgbClr val="111111"/>
                </a:solidFill>
                <a:latin typeface="Arial"/>
                <a:ea typeface="Arial"/>
                <a:cs typeface="Arial"/>
              </a:defRPr>
            </a:lvl6pPr>
            <a:lvl7pPr algn="l">
              <a:defRPr sz="2250" b="1">
                <a:solidFill>
                  <a:srgbClr val="111111"/>
                </a:solidFill>
                <a:latin typeface="Arial"/>
                <a:ea typeface="Arial"/>
                <a:cs typeface="Arial"/>
              </a:defRPr>
            </a:lvl7pPr>
            <a:lvl8pPr algn="l">
              <a:defRPr sz="2250" b="1">
                <a:solidFill>
                  <a:srgbClr val="111111"/>
                </a:solidFill>
                <a:latin typeface="Arial"/>
                <a:ea typeface="Arial"/>
                <a:cs typeface="Arial"/>
              </a:defRPr>
            </a:lvl8pPr>
            <a:lvl9pPr algn="l">
              <a:defRPr sz="2250" b="1">
                <a:solidFill>
                  <a:srgbClr val="111111"/>
                </a:solidFill>
                <a:latin typeface="Arial"/>
                <a:ea typeface="Arial"/>
                <a:cs typeface="Arial"/>
              </a:defRPr>
            </a:lvl9pPr>
          </a:lstStyle>
          <a:p xmlns:a="http://schemas.openxmlformats.org/drawingml/2006/main">
            <a:pPr algn="l">
              <a:lnSpc>
                <a:spcPct val="113000"/>
              </a:lnSpc>
              <a:buNone/>
              <a:defRPr sz="2250" b="1">
                <a:solidFill>
                  <a:srgbClr val="111111"/>
                </a:solidFill>
                <a:latin typeface="Arial"/>
                <a:ea typeface="Arial"/>
                <a:cs typeface="Arial"/>
              </a:defRPr>
            </a:pPr>
            <a:r>
              <a:rPr sz="2250" b="1">
                <a:solidFill>
                  <a:srgbClr val="111111"/>
                </a:solidFill>
                <a:latin typeface="Arial"/>
                <a:ea typeface="Arial"/>
                <a:cs typeface="Arial"/>
              </a:rPr>
              <a:t>Contribuição institucional</a:t>
            </a:r>
          </a:p>
        </p:txBody>
      </p:sp>
      <p:sp>
        <p:nvSpPr>
          <p:cNvPr id="8" name="institutional">
            <a:extLst xmlns:a="http://schemas.openxmlformats.org/drawingml/2006/main">
              <a:ext uri="{FF2B5EF4-FFF2-40B4-BE49-F238E27FC236}">
                <a16:creationId xmlns:a16="http://schemas.microsoft.com/office/drawing/2014/main" id="{EE41693D-E089-4F02-8A5C-D7E1CCFA277B}"/>
              </a:ext>
            </a:extLst>
          </p:cNvPr>
          <p:cNvSpPr>
            <a:spLocks xmlns:a="http://schemas.openxmlformats.org/drawingml/2006/main" noGrp="1"/>
          </p:cNvSpPr>
          <p:nvPr/>
        </p:nvSpPr>
        <p:spPr>
          <a:xfrm xmlns:a="http://schemas.openxmlformats.org/drawingml/2006/main">
            <a:off x="685800" y="360045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111111"/>
                </a:solidFill>
                <a:latin typeface="Arial"/>
                <a:ea typeface="Arial"/>
                <a:cs typeface="Arial"/>
              </a:defRPr>
            </a:defPPr>
            <a:lvl1pPr algn="l">
              <a:defRPr sz="2325" b="0">
                <a:solidFill>
                  <a:srgbClr val="111111"/>
                </a:solidFill>
                <a:latin typeface="Arial"/>
                <a:ea typeface="Arial"/>
                <a:cs typeface="Arial"/>
              </a:defRPr>
            </a:lvl1pPr>
            <a:lvl2pPr algn="l">
              <a:defRPr sz="2325" b="0">
                <a:solidFill>
                  <a:srgbClr val="111111"/>
                </a:solidFill>
                <a:latin typeface="Arial"/>
                <a:ea typeface="Arial"/>
                <a:cs typeface="Arial"/>
              </a:defRPr>
            </a:lvl2pPr>
            <a:lvl3pPr algn="l">
              <a:defRPr sz="2325" b="0">
                <a:solidFill>
                  <a:srgbClr val="111111"/>
                </a:solidFill>
                <a:latin typeface="Arial"/>
                <a:ea typeface="Arial"/>
                <a:cs typeface="Arial"/>
              </a:defRPr>
            </a:lvl3pPr>
            <a:lvl4pPr algn="l">
              <a:defRPr sz="2325" b="0">
                <a:solidFill>
                  <a:srgbClr val="111111"/>
                </a:solidFill>
                <a:latin typeface="Arial"/>
                <a:ea typeface="Arial"/>
                <a:cs typeface="Arial"/>
              </a:defRPr>
            </a:lvl4pPr>
            <a:lvl5pPr algn="l">
              <a:defRPr sz="2325" b="0">
                <a:solidFill>
                  <a:srgbClr val="111111"/>
                </a:solidFill>
                <a:latin typeface="Arial"/>
                <a:ea typeface="Arial"/>
                <a:cs typeface="Arial"/>
              </a:defRPr>
            </a:lvl5pPr>
            <a:lvl6pPr algn="l">
              <a:defRPr sz="2325" b="0">
                <a:solidFill>
                  <a:srgbClr val="111111"/>
                </a:solidFill>
                <a:latin typeface="Arial"/>
                <a:ea typeface="Arial"/>
                <a:cs typeface="Arial"/>
              </a:defRPr>
            </a:lvl6pPr>
            <a:lvl7pPr algn="l">
              <a:defRPr sz="2325" b="0">
                <a:solidFill>
                  <a:srgbClr val="111111"/>
                </a:solidFill>
                <a:latin typeface="Arial"/>
                <a:ea typeface="Arial"/>
                <a:cs typeface="Arial"/>
              </a:defRPr>
            </a:lvl7pPr>
            <a:lvl8pPr algn="l">
              <a:defRPr sz="2325" b="0">
                <a:solidFill>
                  <a:srgbClr val="111111"/>
                </a:solidFill>
                <a:latin typeface="Arial"/>
                <a:ea typeface="Arial"/>
                <a:cs typeface="Arial"/>
              </a:defRPr>
            </a:lvl8pPr>
            <a:lvl9pPr algn="l">
              <a:defRPr sz="2325" b="0">
                <a:solidFill>
                  <a:srgbClr val="111111"/>
                </a:solidFill>
                <a:latin typeface="Arial"/>
                <a:ea typeface="Arial"/>
                <a:cs typeface="Arial"/>
              </a:defRPr>
            </a:lvl9pPr>
          </a:lstStyle>
          <a:p xmlns:a="http://schemas.openxmlformats.org/drawingml/2006/main">
            <a:pPr algn="l">
              <a:lnSpc>
                <a:spcPct val="113000"/>
              </a:lnSpc>
              <a:buNone/>
              <a:defRPr sz="2325" b="0">
                <a:solidFill>
                  <a:srgbClr val="111111"/>
                </a:solidFill>
                <a:latin typeface="Arial"/>
                <a:ea typeface="Arial"/>
                <a:cs typeface="Arial"/>
              </a:defRPr>
            </a:pPr>
            <a:r>
              <a:rPr sz="2325" b="0">
                <a:solidFill>
                  <a:srgbClr val="111111"/>
                </a:solidFill>
                <a:latin typeface="Arial"/>
                <a:ea typeface="Arial"/>
                <a:cs typeface="Arial"/>
              </a:rPr>
              <a:t>Subsidia a definição de responsabilidades, procedimentos e critérios de avaliação para apoiar decisões sobre os laboratórios.</a:t>
            </a:r>
          </a:p>
        </p:txBody>
      </p:sp>
      <p:sp>
        <p:nvSpPr>
          <p:cNvPr id="9" name="viability-heading">
            <a:extLst xmlns:a="http://schemas.openxmlformats.org/drawingml/2006/main">
              <a:ext uri="{FF2B5EF4-FFF2-40B4-BE49-F238E27FC236}">
                <a16:creationId xmlns:a16="http://schemas.microsoft.com/office/drawing/2014/main" id="{08BD118D-12B9-4A58-B0AC-327DAC6A3F14}"/>
              </a:ext>
            </a:extLst>
          </p:cNvPr>
          <p:cNvSpPr>
            <a:spLocks xmlns:a="http://schemas.openxmlformats.org/drawingml/2006/main" noGrp="1"/>
          </p:cNvSpPr>
          <p:nvPr/>
        </p:nvSpPr>
        <p:spPr>
          <a:xfrm xmlns:a="http://schemas.openxmlformats.org/drawingml/2006/main">
            <a:off x="685800" y="465772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11111"/>
                </a:solidFill>
                <a:latin typeface="Arial"/>
                <a:ea typeface="Arial"/>
                <a:cs typeface="Arial"/>
              </a:defRPr>
            </a:defPPr>
            <a:lvl1pPr algn="l">
              <a:defRPr sz="2250" b="1">
                <a:solidFill>
                  <a:srgbClr val="111111"/>
                </a:solidFill>
                <a:latin typeface="Arial"/>
                <a:ea typeface="Arial"/>
                <a:cs typeface="Arial"/>
              </a:defRPr>
            </a:lvl1pPr>
            <a:lvl2pPr algn="l">
              <a:defRPr sz="2250" b="1">
                <a:solidFill>
                  <a:srgbClr val="111111"/>
                </a:solidFill>
                <a:latin typeface="Arial"/>
                <a:ea typeface="Arial"/>
                <a:cs typeface="Arial"/>
              </a:defRPr>
            </a:lvl2pPr>
            <a:lvl3pPr algn="l">
              <a:defRPr sz="2250" b="1">
                <a:solidFill>
                  <a:srgbClr val="111111"/>
                </a:solidFill>
                <a:latin typeface="Arial"/>
                <a:ea typeface="Arial"/>
                <a:cs typeface="Arial"/>
              </a:defRPr>
            </a:lvl3pPr>
            <a:lvl4pPr algn="l">
              <a:defRPr sz="2250" b="1">
                <a:solidFill>
                  <a:srgbClr val="111111"/>
                </a:solidFill>
                <a:latin typeface="Arial"/>
                <a:ea typeface="Arial"/>
                <a:cs typeface="Arial"/>
              </a:defRPr>
            </a:lvl4pPr>
            <a:lvl5pPr algn="l">
              <a:defRPr sz="2250" b="1">
                <a:solidFill>
                  <a:srgbClr val="111111"/>
                </a:solidFill>
                <a:latin typeface="Arial"/>
                <a:ea typeface="Arial"/>
                <a:cs typeface="Arial"/>
              </a:defRPr>
            </a:lvl5pPr>
            <a:lvl6pPr algn="l">
              <a:defRPr sz="2250" b="1">
                <a:solidFill>
                  <a:srgbClr val="111111"/>
                </a:solidFill>
                <a:latin typeface="Arial"/>
                <a:ea typeface="Arial"/>
                <a:cs typeface="Arial"/>
              </a:defRPr>
            </a:lvl6pPr>
            <a:lvl7pPr algn="l">
              <a:defRPr sz="2250" b="1">
                <a:solidFill>
                  <a:srgbClr val="111111"/>
                </a:solidFill>
                <a:latin typeface="Arial"/>
                <a:ea typeface="Arial"/>
                <a:cs typeface="Arial"/>
              </a:defRPr>
            </a:lvl7pPr>
            <a:lvl8pPr algn="l">
              <a:defRPr sz="2250" b="1">
                <a:solidFill>
                  <a:srgbClr val="111111"/>
                </a:solidFill>
                <a:latin typeface="Arial"/>
                <a:ea typeface="Arial"/>
                <a:cs typeface="Arial"/>
              </a:defRPr>
            </a:lvl8pPr>
            <a:lvl9pPr algn="l">
              <a:defRPr sz="2250" b="1">
                <a:solidFill>
                  <a:srgbClr val="111111"/>
                </a:solidFill>
                <a:latin typeface="Arial"/>
                <a:ea typeface="Arial"/>
                <a:cs typeface="Arial"/>
              </a:defRPr>
            </a:lvl9pPr>
          </a:lstStyle>
          <a:p xmlns:a="http://schemas.openxmlformats.org/drawingml/2006/main">
            <a:pPr algn="l">
              <a:lnSpc>
                <a:spcPct val="113000"/>
              </a:lnSpc>
              <a:buNone/>
              <a:defRPr sz="2250" b="1">
                <a:solidFill>
                  <a:srgbClr val="111111"/>
                </a:solidFill>
                <a:latin typeface="Arial"/>
                <a:ea typeface="Arial"/>
                <a:cs typeface="Arial"/>
              </a:defRPr>
            </a:pPr>
            <a:r>
              <a:rPr sz="2250" b="1">
                <a:solidFill>
                  <a:srgbClr val="111111"/>
                </a:solidFill>
                <a:latin typeface="Arial"/>
                <a:ea typeface="Arial"/>
                <a:cs typeface="Arial"/>
              </a:rPr>
              <a:t>Viabilidade e sustentabilidade</a:t>
            </a:r>
          </a:p>
        </p:txBody>
      </p:sp>
      <p:sp>
        <p:nvSpPr>
          <p:cNvPr id="10" name="viability">
            <a:extLst xmlns:a="http://schemas.openxmlformats.org/drawingml/2006/main">
              <a:ext uri="{FF2B5EF4-FFF2-40B4-BE49-F238E27FC236}">
                <a16:creationId xmlns:a16="http://schemas.microsoft.com/office/drawing/2014/main" id="{7A4365C5-5DD9-49EA-B928-39A6F60973CE}"/>
              </a:ext>
            </a:extLst>
          </p:cNvPr>
          <p:cNvSpPr>
            <a:spLocks xmlns:a="http://schemas.openxmlformats.org/drawingml/2006/main" noGrp="1"/>
          </p:cNvSpPr>
          <p:nvPr/>
        </p:nvSpPr>
        <p:spPr>
          <a:xfrm xmlns:a="http://schemas.openxmlformats.org/drawingml/2006/main">
            <a:off x="685800" y="5191125"/>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111111"/>
                </a:solidFill>
                <a:latin typeface="Arial"/>
                <a:ea typeface="Arial"/>
                <a:cs typeface="Arial"/>
              </a:defRPr>
            </a:defPPr>
            <a:lvl1pPr algn="l">
              <a:defRPr sz="2325" b="0">
                <a:solidFill>
                  <a:srgbClr val="111111"/>
                </a:solidFill>
                <a:latin typeface="Arial"/>
                <a:ea typeface="Arial"/>
                <a:cs typeface="Arial"/>
              </a:defRPr>
            </a:lvl1pPr>
            <a:lvl2pPr algn="l">
              <a:defRPr sz="2325" b="0">
                <a:solidFill>
                  <a:srgbClr val="111111"/>
                </a:solidFill>
                <a:latin typeface="Arial"/>
                <a:ea typeface="Arial"/>
                <a:cs typeface="Arial"/>
              </a:defRPr>
            </a:lvl2pPr>
            <a:lvl3pPr algn="l">
              <a:defRPr sz="2325" b="0">
                <a:solidFill>
                  <a:srgbClr val="111111"/>
                </a:solidFill>
                <a:latin typeface="Arial"/>
                <a:ea typeface="Arial"/>
                <a:cs typeface="Arial"/>
              </a:defRPr>
            </a:lvl3pPr>
            <a:lvl4pPr algn="l">
              <a:defRPr sz="2325" b="0">
                <a:solidFill>
                  <a:srgbClr val="111111"/>
                </a:solidFill>
                <a:latin typeface="Arial"/>
                <a:ea typeface="Arial"/>
                <a:cs typeface="Arial"/>
              </a:defRPr>
            </a:lvl4pPr>
            <a:lvl5pPr algn="l">
              <a:defRPr sz="2325" b="0">
                <a:solidFill>
                  <a:srgbClr val="111111"/>
                </a:solidFill>
                <a:latin typeface="Arial"/>
                <a:ea typeface="Arial"/>
                <a:cs typeface="Arial"/>
              </a:defRPr>
            </a:lvl5pPr>
            <a:lvl6pPr algn="l">
              <a:defRPr sz="2325" b="0">
                <a:solidFill>
                  <a:srgbClr val="111111"/>
                </a:solidFill>
                <a:latin typeface="Arial"/>
                <a:ea typeface="Arial"/>
                <a:cs typeface="Arial"/>
              </a:defRPr>
            </a:lvl6pPr>
            <a:lvl7pPr algn="l">
              <a:defRPr sz="2325" b="0">
                <a:solidFill>
                  <a:srgbClr val="111111"/>
                </a:solidFill>
                <a:latin typeface="Arial"/>
                <a:ea typeface="Arial"/>
                <a:cs typeface="Arial"/>
              </a:defRPr>
            </a:lvl7pPr>
            <a:lvl8pPr algn="l">
              <a:defRPr sz="2325" b="0">
                <a:solidFill>
                  <a:srgbClr val="111111"/>
                </a:solidFill>
                <a:latin typeface="Arial"/>
                <a:ea typeface="Arial"/>
                <a:cs typeface="Arial"/>
              </a:defRPr>
            </a:lvl8pPr>
            <a:lvl9pPr algn="l">
              <a:defRPr sz="2325" b="0">
                <a:solidFill>
                  <a:srgbClr val="111111"/>
                </a:solidFill>
                <a:latin typeface="Arial"/>
                <a:ea typeface="Arial"/>
                <a:cs typeface="Arial"/>
              </a:defRPr>
            </a:lvl9pPr>
          </a:lstStyle>
          <a:p xmlns:a="http://schemas.openxmlformats.org/drawingml/2006/main">
            <a:pPr algn="l">
              <a:lnSpc>
                <a:spcPct val="113000"/>
              </a:lnSpc>
              <a:buNone/>
              <a:defRPr sz="2325" b="0">
                <a:solidFill>
                  <a:srgbClr val="111111"/>
                </a:solidFill>
                <a:latin typeface="Arial"/>
                <a:ea typeface="Arial"/>
                <a:cs typeface="Arial"/>
              </a:defRPr>
            </a:pPr>
            <a:r>
              <a:rPr sz="2325" b="0">
                <a:solidFill>
                  <a:srgbClr val="111111"/>
                </a:solidFill>
                <a:latin typeface="Arial"/>
                <a:ea typeface="Arial"/>
                <a:cs typeface="Arial"/>
              </a:rPr>
              <a:t>Considera infraestrutura, licenciamento e esforço de manutenção, com benefícios sujeitos à verificação em etapa futura.</a:t>
            </a:r>
          </a:p>
        </p:txBody>
      </p:sp>
      <p:sp>
        <p:nvSpPr>
          <p:cNvPr id="11" name="source">
            <a:extLst xmlns:a="http://schemas.openxmlformats.org/drawingml/2006/main">
              <a:ext uri="{FF2B5EF4-FFF2-40B4-BE49-F238E27FC236}">
                <a16:creationId xmlns:a16="http://schemas.microsoft.com/office/drawing/2014/main" id="{39349A63-F1EF-47BA-BED5-26A19937AC6D}"/>
              </a:ext>
            </a:extLst>
          </p:cNvPr>
          <p:cNvSpPr>
            <a:spLocks xmlns:a="http://schemas.openxmlformats.org/drawingml/2006/main" noGrp="1"/>
          </p:cNvSpPr>
          <p:nvPr/>
        </p:nvSpPr>
        <p:spPr>
          <a:xfrm xmlns:a="http://schemas.openxmlformats.org/drawingml/2006/main">
            <a:off x="685800" y="6076950"/>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464646"/>
                </a:solidFill>
                <a:latin typeface="Arial"/>
                <a:ea typeface="Arial"/>
                <a:cs typeface="Arial"/>
              </a:defRPr>
            </a:defPPr>
            <a:lvl1pPr algn="l">
              <a:defRPr sz="1500" b="0">
                <a:solidFill>
                  <a:srgbClr val="464646"/>
                </a:solidFill>
                <a:latin typeface="Arial"/>
                <a:ea typeface="Arial"/>
                <a:cs typeface="Arial"/>
              </a:defRPr>
            </a:lvl1pPr>
            <a:lvl2pPr algn="l">
              <a:defRPr sz="1500" b="0">
                <a:solidFill>
                  <a:srgbClr val="464646"/>
                </a:solidFill>
                <a:latin typeface="Arial"/>
                <a:ea typeface="Arial"/>
                <a:cs typeface="Arial"/>
              </a:defRPr>
            </a:lvl2pPr>
            <a:lvl3pPr algn="l">
              <a:defRPr sz="1500" b="0">
                <a:solidFill>
                  <a:srgbClr val="464646"/>
                </a:solidFill>
                <a:latin typeface="Arial"/>
                <a:ea typeface="Arial"/>
                <a:cs typeface="Arial"/>
              </a:defRPr>
            </a:lvl3pPr>
            <a:lvl4pPr algn="l">
              <a:defRPr sz="1500" b="0">
                <a:solidFill>
                  <a:srgbClr val="464646"/>
                </a:solidFill>
                <a:latin typeface="Arial"/>
                <a:ea typeface="Arial"/>
                <a:cs typeface="Arial"/>
              </a:defRPr>
            </a:lvl4pPr>
            <a:lvl5pPr algn="l">
              <a:defRPr sz="1500" b="0">
                <a:solidFill>
                  <a:srgbClr val="464646"/>
                </a:solidFill>
                <a:latin typeface="Arial"/>
                <a:ea typeface="Arial"/>
                <a:cs typeface="Arial"/>
              </a:defRPr>
            </a:lvl5pPr>
            <a:lvl6pPr algn="l">
              <a:defRPr sz="1500" b="0">
                <a:solidFill>
                  <a:srgbClr val="464646"/>
                </a:solidFill>
                <a:latin typeface="Arial"/>
                <a:ea typeface="Arial"/>
                <a:cs typeface="Arial"/>
              </a:defRPr>
            </a:lvl6pPr>
            <a:lvl7pPr algn="l">
              <a:defRPr sz="1500" b="0">
                <a:solidFill>
                  <a:srgbClr val="464646"/>
                </a:solidFill>
                <a:latin typeface="Arial"/>
                <a:ea typeface="Arial"/>
                <a:cs typeface="Arial"/>
              </a:defRPr>
            </a:lvl7pPr>
            <a:lvl8pPr algn="l">
              <a:defRPr sz="1500" b="0">
                <a:solidFill>
                  <a:srgbClr val="464646"/>
                </a:solidFill>
                <a:latin typeface="Arial"/>
                <a:ea typeface="Arial"/>
                <a:cs typeface="Arial"/>
              </a:defRPr>
            </a:lvl8pPr>
            <a:lvl9pPr algn="l">
              <a:defRPr sz="1500" b="0">
                <a:solidFill>
                  <a:srgbClr val="464646"/>
                </a:solidFill>
                <a:latin typeface="Arial"/>
                <a:ea typeface="Arial"/>
                <a:cs typeface="Arial"/>
              </a:defRPr>
            </a:lvl9pPr>
          </a:lstStyle>
          <a:p xmlns:a="http://schemas.openxmlformats.org/drawingml/2006/main">
            <a:pPr algn="l">
              <a:lnSpc>
                <a:spcPct val="105000"/>
              </a:lnSpc>
              <a:buNone/>
              <a:defRPr sz="1500" b="0">
                <a:solidFill>
                  <a:srgbClr val="464646"/>
                </a:solidFill>
                <a:latin typeface="Arial"/>
                <a:ea typeface="Arial"/>
                <a:cs typeface="Arial"/>
              </a:defRPr>
            </a:pPr>
            <a:r>
              <a:rPr sz="1500" b="0">
                <a:solidFill>
                  <a:srgbClr val="464646"/>
                </a:solidFill>
                <a:latin typeface="Arial"/>
                <a:ea typeface="Arial"/>
                <a:cs typeface="Arial"/>
              </a:rPr>
              <a:t>Fonte: elaboração própria.</a:t>
            </a:r>
          </a:p>
        </p:txBody>
      </p:sp>
    </p:spTree>
    <p:extLst>
      <p:ext uri="{BB962C8B-B14F-4D97-AF65-F5344CB8AC3E}">
        <p14:creationId xmlns:p14="http://schemas.microsoft.com/office/powerpoint/2010/main" val="184902311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9C961061-44B2-4377-81BA-409D3B9FA064}"/>
              </a:ext>
            </a:extLst>
          </p:cNvPr>
          <p:cNvSpPr>
            <a:spLocks xmlns:a="http://schemas.openxmlformats.org/drawingml/2006/main" noGrp="1"/>
          </p:cNvSpPr>
          <p:nvPr/>
        </p:nvSpPr>
        <p:spPr>
          <a:xfrm xmlns:a="http://schemas.openxmlformats.org/drawingml/2006/main">
            <a:off x="685800" y="41910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11111"/>
                </a:solidFill>
                <a:latin typeface="Arial"/>
                <a:ea typeface="Arial"/>
                <a:cs typeface="Arial"/>
              </a:defRPr>
            </a:defPPr>
            <a:lvl1pPr algn="l">
              <a:defRPr sz="3300" b="1">
                <a:solidFill>
                  <a:srgbClr val="111111"/>
                </a:solidFill>
                <a:latin typeface="Arial"/>
                <a:ea typeface="Arial"/>
                <a:cs typeface="Arial"/>
              </a:defRPr>
            </a:lvl1pPr>
            <a:lvl2pPr algn="l">
              <a:defRPr sz="3300" b="1">
                <a:solidFill>
                  <a:srgbClr val="111111"/>
                </a:solidFill>
                <a:latin typeface="Arial"/>
                <a:ea typeface="Arial"/>
                <a:cs typeface="Arial"/>
              </a:defRPr>
            </a:lvl2pPr>
            <a:lvl3pPr algn="l">
              <a:defRPr sz="3300" b="1">
                <a:solidFill>
                  <a:srgbClr val="111111"/>
                </a:solidFill>
                <a:latin typeface="Arial"/>
                <a:ea typeface="Arial"/>
                <a:cs typeface="Arial"/>
              </a:defRPr>
            </a:lvl3pPr>
            <a:lvl4pPr algn="l">
              <a:defRPr sz="3300" b="1">
                <a:solidFill>
                  <a:srgbClr val="111111"/>
                </a:solidFill>
                <a:latin typeface="Arial"/>
                <a:ea typeface="Arial"/>
                <a:cs typeface="Arial"/>
              </a:defRPr>
            </a:lvl4pPr>
            <a:lvl5pPr algn="l">
              <a:defRPr sz="3300" b="1">
                <a:solidFill>
                  <a:srgbClr val="111111"/>
                </a:solidFill>
                <a:latin typeface="Arial"/>
                <a:ea typeface="Arial"/>
                <a:cs typeface="Arial"/>
              </a:defRPr>
            </a:lvl5pPr>
            <a:lvl6pPr algn="l">
              <a:defRPr sz="3300" b="1">
                <a:solidFill>
                  <a:srgbClr val="111111"/>
                </a:solidFill>
                <a:latin typeface="Arial"/>
                <a:ea typeface="Arial"/>
                <a:cs typeface="Arial"/>
              </a:defRPr>
            </a:lvl6pPr>
            <a:lvl7pPr algn="l">
              <a:defRPr sz="3300" b="1">
                <a:solidFill>
                  <a:srgbClr val="111111"/>
                </a:solidFill>
                <a:latin typeface="Arial"/>
                <a:ea typeface="Arial"/>
                <a:cs typeface="Arial"/>
              </a:defRPr>
            </a:lvl7pPr>
            <a:lvl8pPr algn="l">
              <a:defRPr sz="3300" b="1">
                <a:solidFill>
                  <a:srgbClr val="111111"/>
                </a:solidFill>
                <a:latin typeface="Arial"/>
                <a:ea typeface="Arial"/>
                <a:cs typeface="Arial"/>
              </a:defRPr>
            </a:lvl8pPr>
            <a:lvl9pPr algn="l">
              <a:defRPr sz="3300" b="1">
                <a:solidFill>
                  <a:srgbClr val="111111"/>
                </a:solidFill>
                <a:latin typeface="Arial"/>
                <a:ea typeface="Arial"/>
                <a:cs typeface="Arial"/>
              </a:defRPr>
            </a:lvl9pPr>
          </a:lstStyle>
          <a:p xmlns:a="http://schemas.openxmlformats.org/drawingml/2006/main">
            <a:pPr algn="l">
              <a:lnSpc>
                <a:spcPct val="113000"/>
              </a:lnSpc>
              <a:buNone/>
              <a:defRPr sz="3300" b="1">
                <a:solidFill>
                  <a:srgbClr val="111111"/>
                </a:solidFill>
                <a:latin typeface="Arial"/>
                <a:ea typeface="Arial"/>
                <a:cs typeface="Arial"/>
              </a:defRPr>
            </a:pPr>
            <a:r>
              <a:rPr sz="3300" b="1">
                <a:solidFill>
                  <a:srgbClr val="111111"/>
                </a:solidFill>
                <a:latin typeface="Arial"/>
                <a:ea typeface="Arial"/>
                <a:cs typeface="Arial"/>
              </a:rPr>
              <a:t>4 REFERENCIAL TEÓRICO</a:t>
            </a:r>
          </a:p>
        </p:txBody>
      </p:sp>
      <p:sp>
        <p:nvSpPr>
          <p:cNvPr id="2" name="heading-rule">
            <a:extLst xmlns:a="http://schemas.openxmlformats.org/drawingml/2006/main">
              <a:ext uri="{FF2B5EF4-FFF2-40B4-BE49-F238E27FC236}">
                <a16:creationId xmlns:a16="http://schemas.microsoft.com/office/drawing/2014/main" id="{500A9D0E-27CB-4D9C-9664-E4FADE8AB76F}"/>
              </a:ext>
            </a:extLst>
          </p:cNvPr>
          <p:cNvSpPr>
            <a:spLocks xmlns:a="http://schemas.openxmlformats.org/drawingml/2006/main" noGrp="1"/>
          </p:cNvSpPr>
          <p:nvPr/>
        </p:nvSpPr>
        <p:spPr>
          <a:xfrm xmlns:a="http://schemas.openxmlformats.org/drawingml/2006/main">
            <a:off x="685800" y="1171575"/>
            <a:ext cx="10820400" cy="0"/>
          </a:xfrm>
          <a:prstGeom xmlns:a="http://schemas.openxmlformats.org/drawingml/2006/main" prst="line">
            <a:avLst/>
          </a:prstGeom>
          <a:noFill xmlns:a="http://schemas.openxmlformats.org/drawingml/2006/main"/>
          <a:ln xmlns:a="http://schemas.openxmlformats.org/drawingml/2006/main" w="11430">
            <a:solidFill>
              <a:srgbClr val="AD1115"/>
            </a:solidFill>
            <a:prstDash val="solid"/>
          </a:ln>
        </p:spPr>
      </p:sp>
      <p:sp>
        <p:nvSpPr>
          <p:cNvPr id="3" name="institution-footer">
            <a:extLst xmlns:a="http://schemas.openxmlformats.org/drawingml/2006/main">
              <a:ext uri="{FF2B5EF4-FFF2-40B4-BE49-F238E27FC236}">
                <a16:creationId xmlns:a16="http://schemas.microsoft.com/office/drawing/2014/main" id="{44F7B0DA-67C7-4324-A30B-8704F35E5242}"/>
              </a:ext>
            </a:extLst>
          </p:cNvPr>
          <p:cNvSpPr>
            <a:spLocks xmlns:a="http://schemas.openxmlformats.org/drawingml/2006/main" noGrp="1"/>
          </p:cNvSpPr>
          <p:nvPr/>
        </p:nvSpPr>
        <p:spPr>
          <a:xfrm xmlns:a="http://schemas.openxmlformats.org/drawingml/2006/main">
            <a:off x="685800" y="654367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64646"/>
                </a:solidFill>
                <a:latin typeface="Arial"/>
                <a:ea typeface="Arial"/>
                <a:cs typeface="Arial"/>
              </a:defRPr>
            </a:defPPr>
            <a:lvl1pPr algn="l">
              <a:defRPr sz="1350" b="0">
                <a:solidFill>
                  <a:srgbClr val="464646"/>
                </a:solidFill>
                <a:latin typeface="Arial"/>
                <a:ea typeface="Arial"/>
                <a:cs typeface="Arial"/>
              </a:defRPr>
            </a:lvl1pPr>
            <a:lvl2pPr algn="l">
              <a:defRPr sz="1350" b="0">
                <a:solidFill>
                  <a:srgbClr val="464646"/>
                </a:solidFill>
                <a:latin typeface="Arial"/>
                <a:ea typeface="Arial"/>
                <a:cs typeface="Arial"/>
              </a:defRPr>
            </a:lvl2pPr>
            <a:lvl3pPr algn="l">
              <a:defRPr sz="1350" b="0">
                <a:solidFill>
                  <a:srgbClr val="464646"/>
                </a:solidFill>
                <a:latin typeface="Arial"/>
                <a:ea typeface="Arial"/>
                <a:cs typeface="Arial"/>
              </a:defRPr>
            </a:lvl3pPr>
            <a:lvl4pPr algn="l">
              <a:defRPr sz="1350" b="0">
                <a:solidFill>
                  <a:srgbClr val="464646"/>
                </a:solidFill>
                <a:latin typeface="Arial"/>
                <a:ea typeface="Arial"/>
                <a:cs typeface="Arial"/>
              </a:defRPr>
            </a:lvl4pPr>
            <a:lvl5pPr algn="l">
              <a:defRPr sz="1350" b="0">
                <a:solidFill>
                  <a:srgbClr val="464646"/>
                </a:solidFill>
                <a:latin typeface="Arial"/>
                <a:ea typeface="Arial"/>
                <a:cs typeface="Arial"/>
              </a:defRPr>
            </a:lvl5pPr>
            <a:lvl6pPr algn="l">
              <a:defRPr sz="1350" b="0">
                <a:solidFill>
                  <a:srgbClr val="464646"/>
                </a:solidFill>
                <a:latin typeface="Arial"/>
                <a:ea typeface="Arial"/>
                <a:cs typeface="Arial"/>
              </a:defRPr>
            </a:lvl6pPr>
            <a:lvl7pPr algn="l">
              <a:defRPr sz="1350" b="0">
                <a:solidFill>
                  <a:srgbClr val="464646"/>
                </a:solidFill>
                <a:latin typeface="Arial"/>
                <a:ea typeface="Arial"/>
                <a:cs typeface="Arial"/>
              </a:defRPr>
            </a:lvl7pPr>
            <a:lvl8pPr algn="l">
              <a:defRPr sz="1350" b="0">
                <a:solidFill>
                  <a:srgbClr val="464646"/>
                </a:solidFill>
                <a:latin typeface="Arial"/>
                <a:ea typeface="Arial"/>
                <a:cs typeface="Arial"/>
              </a:defRPr>
            </a:lvl8pPr>
            <a:lvl9pPr algn="l">
              <a:defRPr sz="1350" b="0">
                <a:solidFill>
                  <a:srgbClr val="464646"/>
                </a:solidFill>
                <a:latin typeface="Arial"/>
                <a:ea typeface="Arial"/>
                <a:cs typeface="Arial"/>
              </a:defRPr>
            </a:lvl9pPr>
          </a:lstStyle>
          <a:p xmlns:a="http://schemas.openxmlformats.org/drawingml/2006/main">
            <a:pPr algn="l">
              <a:lnSpc>
                <a:spcPct val="113000"/>
              </a:lnSpc>
              <a:buNone/>
              <a:defRPr sz="1350" b="0">
                <a:solidFill>
                  <a:srgbClr val="464646"/>
                </a:solidFill>
                <a:latin typeface="Arial"/>
                <a:ea typeface="Arial"/>
                <a:cs typeface="Arial"/>
              </a:defRPr>
            </a:pPr>
            <a:r>
              <a:rPr sz="1350" b="0">
                <a:solidFill>
                  <a:srgbClr val="464646"/>
                </a:solidFill>
                <a:latin typeface="Arial"/>
                <a:ea typeface="Arial"/>
                <a:cs typeface="Arial"/>
              </a:rPr>
              <a:t>Fatec Barueri, Trabalho de Graduação I</a:t>
            </a:r>
          </a:p>
        </p:txBody>
      </p:sp>
      <p:sp>
        <p:nvSpPr>
          <p:cNvPr id="4" name="slide-number">
            <a:extLst xmlns:a="http://schemas.openxmlformats.org/drawingml/2006/main">
              <a:ext uri="{FF2B5EF4-FFF2-40B4-BE49-F238E27FC236}">
                <a16:creationId xmlns:a16="http://schemas.microsoft.com/office/drawing/2014/main" id="{DFFAA4DA-134B-4B87-AAC3-4D3097D0E685}"/>
              </a:ext>
            </a:extLst>
          </p:cNvPr>
          <p:cNvSpPr>
            <a:spLocks xmlns:a="http://schemas.openxmlformats.org/drawingml/2006/main" noGrp="1"/>
          </p:cNvSpPr>
          <p:nvPr/>
        </p:nvSpPr>
        <p:spPr>
          <a:xfrm xmlns:a="http://schemas.openxmlformats.org/drawingml/2006/main">
            <a:off x="11049000" y="65151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464646"/>
                </a:solidFill>
                <a:latin typeface="Arial"/>
                <a:ea typeface="Arial"/>
                <a:cs typeface="Arial"/>
              </a:defRPr>
            </a:defPPr>
            <a:lvl1pPr algn="r">
              <a:defRPr sz="1500" b="0">
                <a:solidFill>
                  <a:srgbClr val="464646"/>
                </a:solidFill>
                <a:latin typeface="Arial"/>
                <a:ea typeface="Arial"/>
                <a:cs typeface="Arial"/>
              </a:defRPr>
            </a:lvl1pPr>
            <a:lvl2pPr algn="r">
              <a:defRPr sz="1500" b="0">
                <a:solidFill>
                  <a:srgbClr val="464646"/>
                </a:solidFill>
                <a:latin typeface="Arial"/>
                <a:ea typeface="Arial"/>
                <a:cs typeface="Arial"/>
              </a:defRPr>
            </a:lvl2pPr>
            <a:lvl3pPr algn="r">
              <a:defRPr sz="1500" b="0">
                <a:solidFill>
                  <a:srgbClr val="464646"/>
                </a:solidFill>
                <a:latin typeface="Arial"/>
                <a:ea typeface="Arial"/>
                <a:cs typeface="Arial"/>
              </a:defRPr>
            </a:lvl3pPr>
            <a:lvl4pPr algn="r">
              <a:defRPr sz="1500" b="0">
                <a:solidFill>
                  <a:srgbClr val="464646"/>
                </a:solidFill>
                <a:latin typeface="Arial"/>
                <a:ea typeface="Arial"/>
                <a:cs typeface="Arial"/>
              </a:defRPr>
            </a:lvl4pPr>
            <a:lvl5pPr algn="r">
              <a:defRPr sz="1500" b="0">
                <a:solidFill>
                  <a:srgbClr val="464646"/>
                </a:solidFill>
                <a:latin typeface="Arial"/>
                <a:ea typeface="Arial"/>
                <a:cs typeface="Arial"/>
              </a:defRPr>
            </a:lvl5pPr>
            <a:lvl6pPr algn="r">
              <a:defRPr sz="1500" b="0">
                <a:solidFill>
                  <a:srgbClr val="464646"/>
                </a:solidFill>
                <a:latin typeface="Arial"/>
                <a:ea typeface="Arial"/>
                <a:cs typeface="Arial"/>
              </a:defRPr>
            </a:lvl6pPr>
            <a:lvl7pPr algn="r">
              <a:defRPr sz="1500" b="0">
                <a:solidFill>
                  <a:srgbClr val="464646"/>
                </a:solidFill>
                <a:latin typeface="Arial"/>
                <a:ea typeface="Arial"/>
                <a:cs typeface="Arial"/>
              </a:defRPr>
            </a:lvl7pPr>
            <a:lvl8pPr algn="r">
              <a:defRPr sz="1500" b="0">
                <a:solidFill>
                  <a:srgbClr val="464646"/>
                </a:solidFill>
                <a:latin typeface="Arial"/>
                <a:ea typeface="Arial"/>
                <a:cs typeface="Arial"/>
              </a:defRPr>
            </a:lvl8pPr>
            <a:lvl9pPr algn="r">
              <a:defRPr sz="1500" b="0">
                <a:solidFill>
                  <a:srgbClr val="464646"/>
                </a:solidFill>
                <a:latin typeface="Arial"/>
                <a:ea typeface="Arial"/>
                <a:cs typeface="Arial"/>
              </a:defRPr>
            </a:lvl9pPr>
          </a:lstStyle>
          <a:p xmlns:a="http://schemas.openxmlformats.org/drawingml/2006/main">
            <a:pPr algn="r">
              <a:lnSpc>
                <a:spcPct val="113000"/>
              </a:lnSpc>
              <a:buNone/>
              <a:defRPr sz="1500" b="0">
                <a:solidFill>
                  <a:srgbClr val="464646"/>
                </a:solidFill>
                <a:latin typeface="Arial"/>
                <a:ea typeface="Arial"/>
                <a:cs typeface="Arial"/>
              </a:defRPr>
            </a:pPr>
            <a:r>
              <a:rPr sz="1500" b="0">
                <a:solidFill>
                  <a:srgbClr val="464646"/>
                </a:solidFill>
                <a:latin typeface="Arial"/>
                <a:ea typeface="Arial"/>
                <a:cs typeface="Arial"/>
              </a:rPr>
              <a:t>05</a:t>
            </a:r>
          </a:p>
        </p:txBody>
      </p:sp>
      <p:sp>
        <p:nvSpPr>
          <p:cNvPr id="5" name="caption">
            <a:extLst xmlns:a="http://schemas.openxmlformats.org/drawingml/2006/main">
              <a:ext uri="{FF2B5EF4-FFF2-40B4-BE49-F238E27FC236}">
                <a16:creationId xmlns:a16="http://schemas.microsoft.com/office/drawing/2014/main" id="{2859BD24-5A51-481A-A434-CC37B2846C94}"/>
              </a:ext>
            </a:extLst>
          </p:cNvPr>
          <p:cNvSpPr>
            <a:spLocks xmlns:a="http://schemas.openxmlformats.org/drawingml/2006/main" noGrp="1"/>
          </p:cNvSpPr>
          <p:nvPr/>
        </p:nvSpPr>
        <p:spPr>
          <a:xfrm xmlns:a="http://schemas.openxmlformats.org/drawingml/2006/main">
            <a:off x="685800" y="1390650"/>
            <a:ext cx="10820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11111"/>
                </a:solidFill>
                <a:latin typeface="Arial"/>
                <a:ea typeface="Arial"/>
                <a:cs typeface="Arial"/>
              </a:defRPr>
            </a:defPPr>
            <a:lvl1pPr algn="l">
              <a:defRPr sz="1800" b="0">
                <a:solidFill>
                  <a:srgbClr val="111111"/>
                </a:solidFill>
                <a:latin typeface="Arial"/>
                <a:ea typeface="Arial"/>
                <a:cs typeface="Arial"/>
              </a:defRPr>
            </a:lvl1pPr>
            <a:lvl2pPr algn="l">
              <a:defRPr sz="1800" b="0">
                <a:solidFill>
                  <a:srgbClr val="111111"/>
                </a:solidFill>
                <a:latin typeface="Arial"/>
                <a:ea typeface="Arial"/>
                <a:cs typeface="Arial"/>
              </a:defRPr>
            </a:lvl2pPr>
            <a:lvl3pPr algn="l">
              <a:defRPr sz="1800" b="0">
                <a:solidFill>
                  <a:srgbClr val="111111"/>
                </a:solidFill>
                <a:latin typeface="Arial"/>
                <a:ea typeface="Arial"/>
                <a:cs typeface="Arial"/>
              </a:defRPr>
            </a:lvl3pPr>
            <a:lvl4pPr algn="l">
              <a:defRPr sz="1800" b="0">
                <a:solidFill>
                  <a:srgbClr val="111111"/>
                </a:solidFill>
                <a:latin typeface="Arial"/>
                <a:ea typeface="Arial"/>
                <a:cs typeface="Arial"/>
              </a:defRPr>
            </a:lvl4pPr>
            <a:lvl5pPr algn="l">
              <a:defRPr sz="1800" b="0">
                <a:solidFill>
                  <a:srgbClr val="111111"/>
                </a:solidFill>
                <a:latin typeface="Arial"/>
                <a:ea typeface="Arial"/>
                <a:cs typeface="Arial"/>
              </a:defRPr>
            </a:lvl5pPr>
            <a:lvl6pPr algn="l">
              <a:defRPr sz="1800" b="0">
                <a:solidFill>
                  <a:srgbClr val="111111"/>
                </a:solidFill>
                <a:latin typeface="Arial"/>
                <a:ea typeface="Arial"/>
                <a:cs typeface="Arial"/>
              </a:defRPr>
            </a:lvl6pPr>
            <a:lvl7pPr algn="l">
              <a:defRPr sz="1800" b="0">
                <a:solidFill>
                  <a:srgbClr val="111111"/>
                </a:solidFill>
                <a:latin typeface="Arial"/>
                <a:ea typeface="Arial"/>
                <a:cs typeface="Arial"/>
              </a:defRPr>
            </a:lvl7pPr>
            <a:lvl8pPr algn="l">
              <a:defRPr sz="1800" b="0">
                <a:solidFill>
                  <a:srgbClr val="111111"/>
                </a:solidFill>
                <a:latin typeface="Arial"/>
                <a:ea typeface="Arial"/>
                <a:cs typeface="Arial"/>
              </a:defRPr>
            </a:lvl8pPr>
            <a:lvl9pPr algn="l">
              <a:defRPr sz="1800" b="0">
                <a:solidFill>
                  <a:srgbClr val="111111"/>
                </a:solidFill>
                <a:latin typeface="Arial"/>
                <a:ea typeface="Arial"/>
                <a:cs typeface="Arial"/>
              </a:defRPr>
            </a:lvl9pPr>
          </a:lstStyle>
          <a:p xmlns:a="http://schemas.openxmlformats.org/drawingml/2006/main">
            <a:pPr algn="l">
              <a:lnSpc>
                <a:spcPct val="113000"/>
              </a:lnSpc>
              <a:buNone/>
              <a:defRPr sz="1800" b="0">
                <a:solidFill>
                  <a:srgbClr val="111111"/>
                </a:solidFill>
                <a:latin typeface="Arial"/>
                <a:ea typeface="Arial"/>
                <a:cs typeface="Arial"/>
              </a:defRPr>
            </a:pPr>
            <a:r>
              <a:rPr sz="1800" b="0">
                <a:solidFill>
                  <a:srgbClr val="111111"/>
                </a:solidFill>
                <a:latin typeface="Arial"/>
                <a:ea typeface="Arial"/>
                <a:cs typeface="Arial"/>
              </a:rPr>
              <a:t>Quadro 1 - Referenciais e aplicações no projeto</a:t>
            </a:r>
          </a:p>
        </p:txBody>
      </p:sp>
      <p:graphicFrame>
        <p:nvGraphicFramePr>
          <p:cNvPr id="6" name="theoretical-framework">
            <a:extLst xmlns:a="http://schemas.openxmlformats.org/drawingml/2006/main">
              <a:ext uri="{FF2B5EF4-FFF2-40B4-BE49-F238E27FC236}">
                <a16:creationId xmlns:a16="http://schemas.microsoft.com/office/drawing/2014/main" id="{B6D21D77-8917-4D58-821B-6FFC77E88A59}"/>
              </a:ext>
            </a:extLst>
          </p:cNvPr>
          <p:cNvGraphicFramePr/>
          <p:nvPr/>
        </p:nvGraphicFramePr>
        <p:xfrm>
          <a:off xmlns:a="http://schemas.openxmlformats.org/drawingml/2006/main" x="685800" y="1809750"/>
          <a:ext xmlns:a="http://schemas.openxmlformats.org/drawingml/2006/main" cx="10820400" cy="3819525"/>
        </p:xfrm>
        <a:graphic xmlns:a="http://schemas.openxmlformats.org/drawingml/2006/main">
          <a:graphicData uri="http://schemas.openxmlformats.org/drawingml/2006/table">
            <a:tbl>
              <a:tblPr firstRow="1" bandRow="0"/>
              <a:tblGrid>
                <a:gridCol w="2400300"/>
                <a:gridCol w="3238500"/>
                <a:gridCol w="5181600"/>
              </a:tblGrid>
              <a:tr h="466725">
                <a:tc>
                  <a:txBody>
                    <a:bodyPr wrap="square">
                      <a:noAutofit/>
                    </a:bodyPr>
                    <a:lstStyle/>
                    <a:p>
                      <a:pPr>
                        <a:lnSpc>
                          <a:spcPct val="106000"/>
                        </a:lnSpc>
                        <a:buNone/>
                      </a:pPr>
                      <a:r>
                        <a:rPr sz="1950" b="1">
                          <a:solidFill>
                            <a:srgbClr val="111111"/>
                          </a:solidFill>
                          <a:latin typeface="Arial"/>
                          <a:ea typeface="Arial"/>
                          <a:cs typeface="Arial"/>
                        </a:rPr>
                        <a:t>Eixo</a:t>
                      </a:r>
                    </a:p>
                  </a:txBody>
                  <a:tcPr marL="114300" marR="114300" marT="66675" marB="66675" anchor="ctr">
                    <a:lnL w="6191">
                      <a:solidFill>
                        <a:srgbClr val="A7A7A7"/>
                      </a:solidFill>
                      <a:prstDash val="solid"/>
                    </a:lnL>
                    <a:lnR w="6191">
                      <a:solidFill>
                        <a:srgbClr val="A7A7A7"/>
                      </a:solidFill>
                      <a:prstDash val="solid"/>
                    </a:lnR>
                    <a:lnT w="6191">
                      <a:solidFill>
                        <a:srgbClr val="A7A7A7"/>
                      </a:solidFill>
                      <a:prstDash val="solid"/>
                    </a:lnT>
                    <a:lnB w="6191">
                      <a:solidFill>
                        <a:srgbClr val="A7A7A7"/>
                      </a:solidFill>
                      <a:prstDash val="solid"/>
                    </a:lnB>
                    <a:solidFill>
                      <a:srgbClr val="E8E8E8"/>
                    </a:solidFill>
                  </a:tcPr>
                </a:tc>
                <a:tc>
                  <a:txBody>
                    <a:bodyPr wrap="square">
                      <a:noAutofit/>
                    </a:bodyPr>
                    <a:lstStyle/>
                    <a:p>
                      <a:pPr>
                        <a:lnSpc>
                          <a:spcPct val="106000"/>
                        </a:lnSpc>
                        <a:buNone/>
                      </a:pPr>
                      <a:r>
                        <a:rPr sz="1950" b="1">
                          <a:solidFill>
                            <a:srgbClr val="111111"/>
                          </a:solidFill>
                          <a:latin typeface="Arial"/>
                          <a:ea typeface="Arial"/>
                          <a:cs typeface="Arial"/>
                        </a:rPr>
                        <a:t>Referencial</a:t>
                      </a:r>
                    </a:p>
                  </a:txBody>
                  <a:tcPr marL="114300" marR="114300" marT="66675" marB="66675" anchor="ctr">
                    <a:lnR w="6191">
                      <a:solidFill>
                        <a:srgbClr val="A7A7A7"/>
                      </a:solidFill>
                      <a:prstDash val="solid"/>
                    </a:lnR>
                    <a:lnT w="6191">
                      <a:solidFill>
                        <a:srgbClr val="A7A7A7"/>
                      </a:solidFill>
                      <a:prstDash val="solid"/>
                    </a:lnT>
                    <a:lnB w="6191">
                      <a:solidFill>
                        <a:srgbClr val="A7A7A7"/>
                      </a:solidFill>
                      <a:prstDash val="solid"/>
                    </a:lnB>
                    <a:solidFill>
                      <a:srgbClr val="E8E8E8"/>
                    </a:solidFill>
                  </a:tcPr>
                </a:tc>
                <a:tc>
                  <a:txBody>
                    <a:bodyPr wrap="square">
                      <a:noAutofit/>
                    </a:bodyPr>
                    <a:lstStyle/>
                    <a:p>
                      <a:pPr>
                        <a:lnSpc>
                          <a:spcPct val="106000"/>
                        </a:lnSpc>
                        <a:buNone/>
                      </a:pPr>
                      <a:r>
                        <a:rPr sz="1950" b="1">
                          <a:solidFill>
                            <a:srgbClr val="111111"/>
                          </a:solidFill>
                          <a:latin typeface="Arial"/>
                          <a:ea typeface="Arial"/>
                          <a:cs typeface="Arial"/>
                        </a:rPr>
                        <a:t>Aplicação no estudo</a:t>
                      </a:r>
                    </a:p>
                  </a:txBody>
                  <a:tcPr marL="114300" marR="114300" marT="66675" marB="66675" anchor="ctr">
                    <a:lnR w="6191">
                      <a:solidFill>
                        <a:srgbClr val="A7A7A7"/>
                      </a:solidFill>
                      <a:prstDash val="solid"/>
                    </a:lnR>
                    <a:lnT w="6191">
                      <a:solidFill>
                        <a:srgbClr val="A7A7A7"/>
                      </a:solidFill>
                      <a:prstDash val="solid"/>
                    </a:lnT>
                    <a:lnB w="6191">
                      <a:solidFill>
                        <a:srgbClr val="A7A7A7"/>
                      </a:solidFill>
                      <a:prstDash val="solid"/>
                    </a:lnB>
                    <a:solidFill>
                      <a:srgbClr val="E8E8E8"/>
                    </a:solidFill>
                  </a:tcPr>
                </a:tc>
              </a:tr>
              <a:tr h="838200">
                <a:tc>
                  <a:txBody>
                    <a:bodyPr wrap="square">
                      <a:noAutofit/>
                    </a:bodyPr>
                    <a:lstStyle/>
                    <a:p>
                      <a:pPr>
                        <a:lnSpc>
                          <a:spcPct val="106000"/>
                        </a:lnSpc>
                        <a:buNone/>
                      </a:pPr>
                      <a:r>
                        <a:rPr sz="1950" b="0">
                          <a:solidFill>
                            <a:srgbClr val="111111"/>
                          </a:solidFill>
                          <a:latin typeface="Arial"/>
                          <a:ea typeface="Arial"/>
                          <a:cs typeface="Arial"/>
                        </a:rPr>
                        <a:t>Governança de TI</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950" b="0">
                          <a:solidFill>
                            <a:srgbClr val="111111"/>
                          </a:solidFill>
                          <a:latin typeface="Arial"/>
                          <a:ea typeface="Arial"/>
                          <a:cs typeface="Arial"/>
                        </a:rPr>
                        <a:t>ISACA ([s. d.]); Brasil (2017)</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950" b="0">
                          <a:solidFill>
                            <a:srgbClr val="111111"/>
                          </a:solidFill>
                          <a:latin typeface="Arial"/>
                          <a:ea typeface="Arial"/>
                          <a:cs typeface="Arial"/>
                        </a:rPr>
                        <a:t>Necessidades, responsabilidades e acompanhamento das decisões.</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r h="838200">
                <a:tc>
                  <a:txBody>
                    <a:bodyPr wrap="square">
                      <a:noAutofit/>
                    </a:bodyPr>
                    <a:lstStyle/>
                    <a:p>
                      <a:pPr>
                        <a:lnSpc>
                          <a:spcPct val="106000"/>
                        </a:lnSpc>
                        <a:buNone/>
                      </a:pPr>
                      <a:r>
                        <a:rPr sz="1950" b="0">
                          <a:solidFill>
                            <a:srgbClr val="111111"/>
                          </a:solidFill>
                          <a:latin typeface="Arial"/>
                          <a:ea typeface="Arial"/>
                          <a:cs typeface="Arial"/>
                        </a:rPr>
                        <a:t>Identidades e acessos</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950" b="0">
                          <a:solidFill>
                            <a:srgbClr val="111111"/>
                          </a:solidFill>
                          <a:latin typeface="Arial"/>
                          <a:ea typeface="Arial"/>
                          <a:cs typeface="Arial"/>
                        </a:rPr>
                        <a:t>NIST (2025a, 2025b)</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950" b="0">
                          <a:solidFill>
                            <a:srgbClr val="111111"/>
                          </a:solidFill>
                          <a:latin typeface="Arial"/>
                          <a:ea typeface="Arial"/>
                          <a:cs typeface="Arial"/>
                        </a:rPr>
                        <a:t>Identificação, autenticação, autorização e ciclo de vida das contas.</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r h="838200">
                <a:tc>
                  <a:txBody>
                    <a:bodyPr wrap="square">
                      <a:noAutofit/>
                    </a:bodyPr>
                    <a:lstStyle/>
                    <a:p>
                      <a:pPr>
                        <a:lnSpc>
                          <a:spcPct val="106000"/>
                        </a:lnSpc>
                        <a:buNone/>
                      </a:pPr>
                      <a:r>
                        <a:rPr sz="1950" b="0">
                          <a:solidFill>
                            <a:srgbClr val="111111"/>
                          </a:solidFill>
                          <a:latin typeface="Arial"/>
                          <a:ea typeface="Arial"/>
                          <a:cs typeface="Arial"/>
                        </a:rPr>
                        <a:t>Avaliação de riscos</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950" b="0">
                          <a:solidFill>
                            <a:srgbClr val="111111"/>
                          </a:solidFill>
                          <a:latin typeface="Arial"/>
                          <a:ea typeface="Arial"/>
                          <a:cs typeface="Arial"/>
                        </a:rPr>
                        <a:t>NIST (2012)</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950" b="0">
                          <a:solidFill>
                            <a:srgbClr val="111111"/>
                          </a:solidFill>
                          <a:latin typeface="Arial"/>
                          <a:ea typeface="Arial"/>
                          <a:cs typeface="Arial"/>
                        </a:rPr>
                        <a:t>Critérios de probabilidade e impacto, com registro de evidências.</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r h="838200">
                <a:tc>
                  <a:txBody>
                    <a:bodyPr wrap="square">
                      <a:noAutofit/>
                    </a:bodyPr>
                    <a:lstStyle/>
                    <a:p>
                      <a:pPr>
                        <a:lnSpc>
                          <a:spcPct val="106000"/>
                        </a:lnSpc>
                        <a:buNone/>
                      </a:pPr>
                      <a:r>
                        <a:rPr sz="1950" b="0">
                          <a:solidFill>
                            <a:srgbClr val="111111"/>
                          </a:solidFill>
                          <a:latin typeface="Arial"/>
                          <a:ea typeface="Arial"/>
                          <a:cs typeface="Arial"/>
                        </a:rPr>
                        <a:t>Segurança e privacidade</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950" b="0">
                          <a:solidFill>
                            <a:srgbClr val="111111"/>
                          </a:solidFill>
                          <a:latin typeface="Arial"/>
                          <a:ea typeface="Arial"/>
                          <a:cs typeface="Arial"/>
                        </a:rPr>
                        <a:t>ABNT (2022); Brasil (2018)</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950" b="0">
                          <a:solidFill>
                            <a:srgbClr val="111111"/>
                          </a:solidFill>
                          <a:latin typeface="Arial"/>
                          <a:ea typeface="Arial"/>
                          <a:cs typeface="Arial"/>
                        </a:rPr>
                        <a:t>Seleção de controles e delimitação do tratamento de dados.</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bl>
          </a:graphicData>
        </a:graphic>
      </p:graphicFrame>
      <p:sp>
        <p:nvSpPr>
          <p:cNvPr id="7" name="related">
            <a:extLst xmlns:a="http://schemas.openxmlformats.org/drawingml/2006/main">
              <a:ext uri="{FF2B5EF4-FFF2-40B4-BE49-F238E27FC236}">
                <a16:creationId xmlns:a16="http://schemas.microsoft.com/office/drawing/2014/main" id="{F70F9CA9-3846-4C71-9B1D-3E917DA2C15B}"/>
              </a:ext>
            </a:extLst>
          </p:cNvPr>
          <p:cNvSpPr>
            <a:spLocks xmlns:a="http://schemas.openxmlformats.org/drawingml/2006/main" noGrp="1"/>
          </p:cNvSpPr>
          <p:nvPr/>
        </p:nvSpPr>
        <p:spPr>
          <a:xfrm xmlns:a="http://schemas.openxmlformats.org/drawingml/2006/main">
            <a:off x="685800" y="5810250"/>
            <a:ext cx="10820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11111"/>
                </a:solidFill>
                <a:latin typeface="Arial"/>
                <a:ea typeface="Arial"/>
                <a:cs typeface="Arial"/>
              </a:defRPr>
            </a:defPPr>
            <a:lvl1pPr algn="l">
              <a:defRPr sz="1725" b="0">
                <a:solidFill>
                  <a:srgbClr val="111111"/>
                </a:solidFill>
                <a:latin typeface="Arial"/>
                <a:ea typeface="Arial"/>
                <a:cs typeface="Arial"/>
              </a:defRPr>
            </a:lvl1pPr>
            <a:lvl2pPr algn="l">
              <a:defRPr sz="1725" b="0">
                <a:solidFill>
                  <a:srgbClr val="111111"/>
                </a:solidFill>
                <a:latin typeface="Arial"/>
                <a:ea typeface="Arial"/>
                <a:cs typeface="Arial"/>
              </a:defRPr>
            </a:lvl2pPr>
            <a:lvl3pPr algn="l">
              <a:defRPr sz="1725" b="0">
                <a:solidFill>
                  <a:srgbClr val="111111"/>
                </a:solidFill>
                <a:latin typeface="Arial"/>
                <a:ea typeface="Arial"/>
                <a:cs typeface="Arial"/>
              </a:defRPr>
            </a:lvl3pPr>
            <a:lvl4pPr algn="l">
              <a:defRPr sz="1725" b="0">
                <a:solidFill>
                  <a:srgbClr val="111111"/>
                </a:solidFill>
                <a:latin typeface="Arial"/>
                <a:ea typeface="Arial"/>
                <a:cs typeface="Arial"/>
              </a:defRPr>
            </a:lvl4pPr>
            <a:lvl5pPr algn="l">
              <a:defRPr sz="1725" b="0">
                <a:solidFill>
                  <a:srgbClr val="111111"/>
                </a:solidFill>
                <a:latin typeface="Arial"/>
                <a:ea typeface="Arial"/>
                <a:cs typeface="Arial"/>
              </a:defRPr>
            </a:lvl5pPr>
            <a:lvl6pPr algn="l">
              <a:defRPr sz="1725" b="0">
                <a:solidFill>
                  <a:srgbClr val="111111"/>
                </a:solidFill>
                <a:latin typeface="Arial"/>
                <a:ea typeface="Arial"/>
                <a:cs typeface="Arial"/>
              </a:defRPr>
            </a:lvl6pPr>
            <a:lvl7pPr algn="l">
              <a:defRPr sz="1725" b="0">
                <a:solidFill>
                  <a:srgbClr val="111111"/>
                </a:solidFill>
                <a:latin typeface="Arial"/>
                <a:ea typeface="Arial"/>
                <a:cs typeface="Arial"/>
              </a:defRPr>
            </a:lvl7pPr>
            <a:lvl8pPr algn="l">
              <a:defRPr sz="1725" b="0">
                <a:solidFill>
                  <a:srgbClr val="111111"/>
                </a:solidFill>
                <a:latin typeface="Arial"/>
                <a:ea typeface="Arial"/>
                <a:cs typeface="Arial"/>
              </a:defRPr>
            </a:lvl8pPr>
            <a:lvl9pPr algn="l">
              <a:defRPr sz="1725" b="0">
                <a:solidFill>
                  <a:srgbClr val="111111"/>
                </a:solidFill>
                <a:latin typeface="Arial"/>
                <a:ea typeface="Arial"/>
                <a:cs typeface="Arial"/>
              </a:defRPr>
            </a:lvl9pPr>
          </a:lstStyle>
          <a:p xmlns:a="http://schemas.openxmlformats.org/drawingml/2006/main">
            <a:pPr algn="l">
              <a:lnSpc>
                <a:spcPct val="113000"/>
              </a:lnSpc>
              <a:buNone/>
              <a:defRPr sz="1725" b="0">
                <a:solidFill>
                  <a:srgbClr val="111111"/>
                </a:solidFill>
                <a:latin typeface="Arial"/>
                <a:ea typeface="Arial"/>
                <a:cs typeface="Arial"/>
              </a:defRPr>
            </a:pPr>
            <a:r>
              <a:rPr sz="1725" b="0">
                <a:solidFill>
                  <a:srgbClr val="111111"/>
                </a:solidFill>
                <a:latin typeface="Arial"/>
                <a:ea typeface="Arial"/>
                <a:cs typeface="Arial"/>
              </a:rPr>
              <a:t>Estudos relacionados: Henrique (2012), Ribeiro (2024), Cardoso (2025) e Silva (2025).</a:t>
            </a:r>
          </a:p>
        </p:txBody>
      </p:sp>
      <p:sp>
        <p:nvSpPr>
          <p:cNvPr id="8" name="source">
            <a:extLst xmlns:a="http://schemas.openxmlformats.org/drawingml/2006/main">
              <a:ext uri="{FF2B5EF4-FFF2-40B4-BE49-F238E27FC236}">
                <a16:creationId xmlns:a16="http://schemas.microsoft.com/office/drawing/2014/main" id="{CE9913F0-EBE6-420D-8925-5B612C638F62}"/>
              </a:ext>
            </a:extLst>
          </p:cNvPr>
          <p:cNvSpPr>
            <a:spLocks xmlns:a="http://schemas.openxmlformats.org/drawingml/2006/main" noGrp="1"/>
          </p:cNvSpPr>
          <p:nvPr/>
        </p:nvSpPr>
        <p:spPr>
          <a:xfrm xmlns:a="http://schemas.openxmlformats.org/drawingml/2006/main">
            <a:off x="685800" y="6191250"/>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464646"/>
                </a:solidFill>
                <a:latin typeface="Arial"/>
                <a:ea typeface="Arial"/>
                <a:cs typeface="Arial"/>
              </a:defRPr>
            </a:defPPr>
            <a:lvl1pPr algn="l">
              <a:defRPr sz="1500" b="0">
                <a:solidFill>
                  <a:srgbClr val="464646"/>
                </a:solidFill>
                <a:latin typeface="Arial"/>
                <a:ea typeface="Arial"/>
                <a:cs typeface="Arial"/>
              </a:defRPr>
            </a:lvl1pPr>
            <a:lvl2pPr algn="l">
              <a:defRPr sz="1500" b="0">
                <a:solidFill>
                  <a:srgbClr val="464646"/>
                </a:solidFill>
                <a:latin typeface="Arial"/>
                <a:ea typeface="Arial"/>
                <a:cs typeface="Arial"/>
              </a:defRPr>
            </a:lvl2pPr>
            <a:lvl3pPr algn="l">
              <a:defRPr sz="1500" b="0">
                <a:solidFill>
                  <a:srgbClr val="464646"/>
                </a:solidFill>
                <a:latin typeface="Arial"/>
                <a:ea typeface="Arial"/>
                <a:cs typeface="Arial"/>
              </a:defRPr>
            </a:lvl3pPr>
            <a:lvl4pPr algn="l">
              <a:defRPr sz="1500" b="0">
                <a:solidFill>
                  <a:srgbClr val="464646"/>
                </a:solidFill>
                <a:latin typeface="Arial"/>
                <a:ea typeface="Arial"/>
                <a:cs typeface="Arial"/>
              </a:defRPr>
            </a:lvl4pPr>
            <a:lvl5pPr algn="l">
              <a:defRPr sz="1500" b="0">
                <a:solidFill>
                  <a:srgbClr val="464646"/>
                </a:solidFill>
                <a:latin typeface="Arial"/>
                <a:ea typeface="Arial"/>
                <a:cs typeface="Arial"/>
              </a:defRPr>
            </a:lvl5pPr>
            <a:lvl6pPr algn="l">
              <a:defRPr sz="1500" b="0">
                <a:solidFill>
                  <a:srgbClr val="464646"/>
                </a:solidFill>
                <a:latin typeface="Arial"/>
                <a:ea typeface="Arial"/>
                <a:cs typeface="Arial"/>
              </a:defRPr>
            </a:lvl6pPr>
            <a:lvl7pPr algn="l">
              <a:defRPr sz="1500" b="0">
                <a:solidFill>
                  <a:srgbClr val="464646"/>
                </a:solidFill>
                <a:latin typeface="Arial"/>
                <a:ea typeface="Arial"/>
                <a:cs typeface="Arial"/>
              </a:defRPr>
            </a:lvl7pPr>
            <a:lvl8pPr algn="l">
              <a:defRPr sz="1500" b="0">
                <a:solidFill>
                  <a:srgbClr val="464646"/>
                </a:solidFill>
                <a:latin typeface="Arial"/>
                <a:ea typeface="Arial"/>
                <a:cs typeface="Arial"/>
              </a:defRPr>
            </a:lvl8pPr>
            <a:lvl9pPr algn="l">
              <a:defRPr sz="1500" b="0">
                <a:solidFill>
                  <a:srgbClr val="464646"/>
                </a:solidFill>
                <a:latin typeface="Arial"/>
                <a:ea typeface="Arial"/>
                <a:cs typeface="Arial"/>
              </a:defRPr>
            </a:lvl9pPr>
          </a:lstStyle>
          <a:p xmlns:a="http://schemas.openxmlformats.org/drawingml/2006/main">
            <a:pPr algn="l">
              <a:lnSpc>
                <a:spcPct val="105000"/>
              </a:lnSpc>
              <a:buNone/>
              <a:defRPr sz="1500" b="0">
                <a:solidFill>
                  <a:srgbClr val="464646"/>
                </a:solidFill>
                <a:latin typeface="Arial"/>
                <a:ea typeface="Arial"/>
                <a:cs typeface="Arial"/>
              </a:defRPr>
            </a:pPr>
            <a:r>
              <a:rPr sz="1500" b="0">
                <a:solidFill>
                  <a:srgbClr val="464646"/>
                </a:solidFill>
                <a:latin typeface="Arial"/>
                <a:ea typeface="Arial"/>
                <a:cs typeface="Arial"/>
              </a:rPr>
              <a:t>Fonte: elaboração própria a partir das obras indicadas. A aplicação da matriz de riscos permanece pendente.</a:t>
            </a:r>
          </a:p>
        </p:txBody>
      </p:sp>
    </p:spTree>
    <p:extLst>
      <p:ext uri="{BB962C8B-B14F-4D97-AF65-F5344CB8AC3E}">
        <p14:creationId xmlns:p14="http://schemas.microsoft.com/office/powerpoint/2010/main" val="148519998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
            <a:extLst xmlns:a="http://schemas.openxmlformats.org/drawingml/2006/main">
              <a:ext uri="{FF2B5EF4-FFF2-40B4-BE49-F238E27FC236}">
                <a16:creationId xmlns:a16="http://schemas.microsoft.com/office/drawing/2014/main" id="{12DC69EA-3D49-441B-9606-990744ADE129}"/>
              </a:ext>
            </a:extLst>
          </p:cNvPr>
          <p:cNvSpPr>
            <a:spLocks xmlns:a="http://schemas.openxmlformats.org/drawingml/2006/main" noGrp="1"/>
          </p:cNvSpPr>
          <p:nvPr/>
        </p:nvSpPr>
        <p:spPr>
          <a:xfrm xmlns:a="http://schemas.openxmlformats.org/drawingml/2006/main">
            <a:off x="685800" y="41910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11111"/>
                </a:solidFill>
                <a:latin typeface="Arial"/>
                <a:ea typeface="Arial"/>
                <a:cs typeface="Arial"/>
              </a:defRPr>
            </a:defPPr>
            <a:lvl1pPr algn="l">
              <a:defRPr sz="3300" b="1">
                <a:solidFill>
                  <a:srgbClr val="111111"/>
                </a:solidFill>
                <a:latin typeface="Arial"/>
                <a:ea typeface="Arial"/>
                <a:cs typeface="Arial"/>
              </a:defRPr>
            </a:lvl1pPr>
            <a:lvl2pPr algn="l">
              <a:defRPr sz="3300" b="1">
                <a:solidFill>
                  <a:srgbClr val="111111"/>
                </a:solidFill>
                <a:latin typeface="Arial"/>
                <a:ea typeface="Arial"/>
                <a:cs typeface="Arial"/>
              </a:defRPr>
            </a:lvl2pPr>
            <a:lvl3pPr algn="l">
              <a:defRPr sz="3300" b="1">
                <a:solidFill>
                  <a:srgbClr val="111111"/>
                </a:solidFill>
                <a:latin typeface="Arial"/>
                <a:ea typeface="Arial"/>
                <a:cs typeface="Arial"/>
              </a:defRPr>
            </a:lvl3pPr>
            <a:lvl4pPr algn="l">
              <a:defRPr sz="3300" b="1">
                <a:solidFill>
                  <a:srgbClr val="111111"/>
                </a:solidFill>
                <a:latin typeface="Arial"/>
                <a:ea typeface="Arial"/>
                <a:cs typeface="Arial"/>
              </a:defRPr>
            </a:lvl4pPr>
            <a:lvl5pPr algn="l">
              <a:defRPr sz="3300" b="1">
                <a:solidFill>
                  <a:srgbClr val="111111"/>
                </a:solidFill>
                <a:latin typeface="Arial"/>
                <a:ea typeface="Arial"/>
                <a:cs typeface="Arial"/>
              </a:defRPr>
            </a:lvl5pPr>
            <a:lvl6pPr algn="l">
              <a:defRPr sz="3300" b="1">
                <a:solidFill>
                  <a:srgbClr val="111111"/>
                </a:solidFill>
                <a:latin typeface="Arial"/>
                <a:ea typeface="Arial"/>
                <a:cs typeface="Arial"/>
              </a:defRPr>
            </a:lvl6pPr>
            <a:lvl7pPr algn="l">
              <a:defRPr sz="3300" b="1">
                <a:solidFill>
                  <a:srgbClr val="111111"/>
                </a:solidFill>
                <a:latin typeface="Arial"/>
                <a:ea typeface="Arial"/>
                <a:cs typeface="Arial"/>
              </a:defRPr>
            </a:lvl7pPr>
            <a:lvl8pPr algn="l">
              <a:defRPr sz="3300" b="1">
                <a:solidFill>
                  <a:srgbClr val="111111"/>
                </a:solidFill>
                <a:latin typeface="Arial"/>
                <a:ea typeface="Arial"/>
                <a:cs typeface="Arial"/>
              </a:defRPr>
            </a:lvl8pPr>
            <a:lvl9pPr algn="l">
              <a:defRPr sz="3300" b="1">
                <a:solidFill>
                  <a:srgbClr val="111111"/>
                </a:solidFill>
                <a:latin typeface="Arial"/>
                <a:ea typeface="Arial"/>
                <a:cs typeface="Arial"/>
              </a:defRPr>
            </a:lvl9pPr>
          </a:lstStyle>
          <a:p xmlns:a="http://schemas.openxmlformats.org/drawingml/2006/main">
            <a:pPr algn="l">
              <a:lnSpc>
                <a:spcPct val="113000"/>
              </a:lnSpc>
              <a:buNone/>
              <a:defRPr sz="3300" b="1">
                <a:solidFill>
                  <a:srgbClr val="111111"/>
                </a:solidFill>
                <a:latin typeface="Arial"/>
                <a:ea typeface="Arial"/>
                <a:cs typeface="Arial"/>
              </a:defRPr>
            </a:pPr>
            <a:r>
              <a:rPr sz="3300" b="1">
                <a:solidFill>
                  <a:srgbClr val="111111"/>
                </a:solidFill>
                <a:latin typeface="Arial"/>
                <a:ea typeface="Arial"/>
                <a:cs typeface="Arial"/>
              </a:rPr>
              <a:t>5 METODOLOGIA</a:t>
            </a:r>
          </a:p>
        </p:txBody>
      </p:sp>
      <p:sp>
        <p:nvSpPr>
          <p:cNvPr id="2" name="heading-rule">
            <a:extLst xmlns:a="http://schemas.openxmlformats.org/drawingml/2006/main">
              <a:ext uri="{FF2B5EF4-FFF2-40B4-BE49-F238E27FC236}">
                <a16:creationId xmlns:a16="http://schemas.microsoft.com/office/drawing/2014/main" id="{EF0E2C0F-6146-4F19-85D5-18CA9D09C593}"/>
              </a:ext>
            </a:extLst>
          </p:cNvPr>
          <p:cNvSpPr>
            <a:spLocks xmlns:a="http://schemas.openxmlformats.org/drawingml/2006/main" noGrp="1"/>
          </p:cNvSpPr>
          <p:nvPr/>
        </p:nvSpPr>
        <p:spPr>
          <a:xfrm xmlns:a="http://schemas.openxmlformats.org/drawingml/2006/main">
            <a:off x="685800" y="1171575"/>
            <a:ext cx="10820400" cy="0"/>
          </a:xfrm>
          <a:prstGeom xmlns:a="http://schemas.openxmlformats.org/drawingml/2006/main" prst="line">
            <a:avLst/>
          </a:prstGeom>
          <a:noFill xmlns:a="http://schemas.openxmlformats.org/drawingml/2006/main"/>
          <a:ln xmlns:a="http://schemas.openxmlformats.org/drawingml/2006/main" w="11430">
            <a:solidFill>
              <a:srgbClr val="AD1115"/>
            </a:solidFill>
            <a:prstDash val="solid"/>
          </a:ln>
        </p:spPr>
      </p:sp>
      <p:sp>
        <p:nvSpPr>
          <p:cNvPr id="3" name="institution-footer">
            <a:extLst xmlns:a="http://schemas.openxmlformats.org/drawingml/2006/main">
              <a:ext uri="{FF2B5EF4-FFF2-40B4-BE49-F238E27FC236}">
                <a16:creationId xmlns:a16="http://schemas.microsoft.com/office/drawing/2014/main" id="{8BD27323-1AF1-444E-ABC5-BC44CD09D496}"/>
              </a:ext>
            </a:extLst>
          </p:cNvPr>
          <p:cNvSpPr>
            <a:spLocks xmlns:a="http://schemas.openxmlformats.org/drawingml/2006/main" noGrp="1"/>
          </p:cNvSpPr>
          <p:nvPr/>
        </p:nvSpPr>
        <p:spPr>
          <a:xfrm xmlns:a="http://schemas.openxmlformats.org/drawingml/2006/main">
            <a:off x="685800" y="654367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64646"/>
                </a:solidFill>
                <a:latin typeface="Arial"/>
                <a:ea typeface="Arial"/>
                <a:cs typeface="Arial"/>
              </a:defRPr>
            </a:defPPr>
            <a:lvl1pPr algn="l">
              <a:defRPr sz="1350" b="0">
                <a:solidFill>
                  <a:srgbClr val="464646"/>
                </a:solidFill>
                <a:latin typeface="Arial"/>
                <a:ea typeface="Arial"/>
                <a:cs typeface="Arial"/>
              </a:defRPr>
            </a:lvl1pPr>
            <a:lvl2pPr algn="l">
              <a:defRPr sz="1350" b="0">
                <a:solidFill>
                  <a:srgbClr val="464646"/>
                </a:solidFill>
                <a:latin typeface="Arial"/>
                <a:ea typeface="Arial"/>
                <a:cs typeface="Arial"/>
              </a:defRPr>
            </a:lvl2pPr>
            <a:lvl3pPr algn="l">
              <a:defRPr sz="1350" b="0">
                <a:solidFill>
                  <a:srgbClr val="464646"/>
                </a:solidFill>
                <a:latin typeface="Arial"/>
                <a:ea typeface="Arial"/>
                <a:cs typeface="Arial"/>
              </a:defRPr>
            </a:lvl3pPr>
            <a:lvl4pPr algn="l">
              <a:defRPr sz="1350" b="0">
                <a:solidFill>
                  <a:srgbClr val="464646"/>
                </a:solidFill>
                <a:latin typeface="Arial"/>
                <a:ea typeface="Arial"/>
                <a:cs typeface="Arial"/>
              </a:defRPr>
            </a:lvl4pPr>
            <a:lvl5pPr algn="l">
              <a:defRPr sz="1350" b="0">
                <a:solidFill>
                  <a:srgbClr val="464646"/>
                </a:solidFill>
                <a:latin typeface="Arial"/>
                <a:ea typeface="Arial"/>
                <a:cs typeface="Arial"/>
              </a:defRPr>
            </a:lvl5pPr>
            <a:lvl6pPr algn="l">
              <a:defRPr sz="1350" b="0">
                <a:solidFill>
                  <a:srgbClr val="464646"/>
                </a:solidFill>
                <a:latin typeface="Arial"/>
                <a:ea typeface="Arial"/>
                <a:cs typeface="Arial"/>
              </a:defRPr>
            </a:lvl6pPr>
            <a:lvl7pPr algn="l">
              <a:defRPr sz="1350" b="0">
                <a:solidFill>
                  <a:srgbClr val="464646"/>
                </a:solidFill>
                <a:latin typeface="Arial"/>
                <a:ea typeface="Arial"/>
                <a:cs typeface="Arial"/>
              </a:defRPr>
            </a:lvl7pPr>
            <a:lvl8pPr algn="l">
              <a:defRPr sz="1350" b="0">
                <a:solidFill>
                  <a:srgbClr val="464646"/>
                </a:solidFill>
                <a:latin typeface="Arial"/>
                <a:ea typeface="Arial"/>
                <a:cs typeface="Arial"/>
              </a:defRPr>
            </a:lvl8pPr>
            <a:lvl9pPr algn="l">
              <a:defRPr sz="1350" b="0">
                <a:solidFill>
                  <a:srgbClr val="464646"/>
                </a:solidFill>
                <a:latin typeface="Arial"/>
                <a:ea typeface="Arial"/>
                <a:cs typeface="Arial"/>
              </a:defRPr>
            </a:lvl9pPr>
          </a:lstStyle>
          <a:p xmlns:a="http://schemas.openxmlformats.org/drawingml/2006/main">
            <a:pPr algn="l">
              <a:lnSpc>
                <a:spcPct val="113000"/>
              </a:lnSpc>
              <a:buNone/>
              <a:defRPr sz="1350" b="0">
                <a:solidFill>
                  <a:srgbClr val="464646"/>
                </a:solidFill>
                <a:latin typeface="Arial"/>
                <a:ea typeface="Arial"/>
                <a:cs typeface="Arial"/>
              </a:defRPr>
            </a:pPr>
            <a:r>
              <a:rPr sz="1350" b="0">
                <a:solidFill>
                  <a:srgbClr val="464646"/>
                </a:solidFill>
                <a:latin typeface="Arial"/>
                <a:ea typeface="Arial"/>
                <a:cs typeface="Arial"/>
              </a:rPr>
              <a:t>Fatec Barueri, Trabalho de Graduação I</a:t>
            </a:r>
          </a:p>
        </p:txBody>
      </p:sp>
      <p:sp>
        <p:nvSpPr>
          <p:cNvPr id="4" name="slide-number">
            <a:extLst xmlns:a="http://schemas.openxmlformats.org/drawingml/2006/main">
              <a:ext uri="{FF2B5EF4-FFF2-40B4-BE49-F238E27FC236}">
                <a16:creationId xmlns:a16="http://schemas.microsoft.com/office/drawing/2014/main" id="{916CBB9D-1FD2-46FD-816A-99F43E591ACB}"/>
              </a:ext>
            </a:extLst>
          </p:cNvPr>
          <p:cNvSpPr>
            <a:spLocks xmlns:a="http://schemas.openxmlformats.org/drawingml/2006/main" noGrp="1"/>
          </p:cNvSpPr>
          <p:nvPr/>
        </p:nvSpPr>
        <p:spPr>
          <a:xfrm xmlns:a="http://schemas.openxmlformats.org/drawingml/2006/main">
            <a:off x="11049000" y="65151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464646"/>
                </a:solidFill>
                <a:latin typeface="Arial"/>
                <a:ea typeface="Arial"/>
                <a:cs typeface="Arial"/>
              </a:defRPr>
            </a:defPPr>
            <a:lvl1pPr algn="r">
              <a:defRPr sz="1500" b="0">
                <a:solidFill>
                  <a:srgbClr val="464646"/>
                </a:solidFill>
                <a:latin typeface="Arial"/>
                <a:ea typeface="Arial"/>
                <a:cs typeface="Arial"/>
              </a:defRPr>
            </a:lvl1pPr>
            <a:lvl2pPr algn="r">
              <a:defRPr sz="1500" b="0">
                <a:solidFill>
                  <a:srgbClr val="464646"/>
                </a:solidFill>
                <a:latin typeface="Arial"/>
                <a:ea typeface="Arial"/>
                <a:cs typeface="Arial"/>
              </a:defRPr>
            </a:lvl2pPr>
            <a:lvl3pPr algn="r">
              <a:defRPr sz="1500" b="0">
                <a:solidFill>
                  <a:srgbClr val="464646"/>
                </a:solidFill>
                <a:latin typeface="Arial"/>
                <a:ea typeface="Arial"/>
                <a:cs typeface="Arial"/>
              </a:defRPr>
            </a:lvl3pPr>
            <a:lvl4pPr algn="r">
              <a:defRPr sz="1500" b="0">
                <a:solidFill>
                  <a:srgbClr val="464646"/>
                </a:solidFill>
                <a:latin typeface="Arial"/>
                <a:ea typeface="Arial"/>
                <a:cs typeface="Arial"/>
              </a:defRPr>
            </a:lvl4pPr>
            <a:lvl5pPr algn="r">
              <a:defRPr sz="1500" b="0">
                <a:solidFill>
                  <a:srgbClr val="464646"/>
                </a:solidFill>
                <a:latin typeface="Arial"/>
                <a:ea typeface="Arial"/>
                <a:cs typeface="Arial"/>
              </a:defRPr>
            </a:lvl5pPr>
            <a:lvl6pPr algn="r">
              <a:defRPr sz="1500" b="0">
                <a:solidFill>
                  <a:srgbClr val="464646"/>
                </a:solidFill>
                <a:latin typeface="Arial"/>
                <a:ea typeface="Arial"/>
                <a:cs typeface="Arial"/>
              </a:defRPr>
            </a:lvl6pPr>
            <a:lvl7pPr algn="r">
              <a:defRPr sz="1500" b="0">
                <a:solidFill>
                  <a:srgbClr val="464646"/>
                </a:solidFill>
                <a:latin typeface="Arial"/>
                <a:ea typeface="Arial"/>
                <a:cs typeface="Arial"/>
              </a:defRPr>
            </a:lvl7pPr>
            <a:lvl8pPr algn="r">
              <a:defRPr sz="1500" b="0">
                <a:solidFill>
                  <a:srgbClr val="464646"/>
                </a:solidFill>
                <a:latin typeface="Arial"/>
                <a:ea typeface="Arial"/>
                <a:cs typeface="Arial"/>
              </a:defRPr>
            </a:lvl8pPr>
            <a:lvl9pPr algn="r">
              <a:defRPr sz="1500" b="0">
                <a:solidFill>
                  <a:srgbClr val="464646"/>
                </a:solidFill>
                <a:latin typeface="Arial"/>
                <a:ea typeface="Arial"/>
                <a:cs typeface="Arial"/>
              </a:defRPr>
            </a:lvl9pPr>
          </a:lstStyle>
          <a:p xmlns:a="http://schemas.openxmlformats.org/drawingml/2006/main">
            <a:pPr algn="r">
              <a:lnSpc>
                <a:spcPct val="113000"/>
              </a:lnSpc>
              <a:buNone/>
              <a:defRPr sz="1500" b="0">
                <a:solidFill>
                  <a:srgbClr val="464646"/>
                </a:solidFill>
                <a:latin typeface="Arial"/>
                <a:ea typeface="Arial"/>
                <a:cs typeface="Arial"/>
              </a:defRPr>
            </a:pPr>
            <a:r>
              <a:rPr sz="1500" b="0">
                <a:solidFill>
                  <a:srgbClr val="464646"/>
                </a:solidFill>
                <a:latin typeface="Arial"/>
                <a:ea typeface="Arial"/>
                <a:cs typeface="Arial"/>
              </a:rPr>
              <a:t>06</a:t>
            </a:r>
          </a:p>
        </p:txBody>
      </p:sp>
      <p:sp>
        <p:nvSpPr>
          <p:cNvPr id="5" name="research-design">
            <a:extLst xmlns:a="http://schemas.openxmlformats.org/drawingml/2006/main">
              <a:ext uri="{FF2B5EF4-FFF2-40B4-BE49-F238E27FC236}">
                <a16:creationId xmlns:a16="http://schemas.microsoft.com/office/drawing/2014/main" id="{8E8146E6-5171-4B88-8415-6CB6DC9C8BF2}"/>
              </a:ext>
            </a:extLst>
          </p:cNvPr>
          <p:cNvSpPr>
            <a:spLocks xmlns:a="http://schemas.openxmlformats.org/drawingml/2006/main" noGrp="1"/>
          </p:cNvSpPr>
          <p:nvPr/>
        </p:nvSpPr>
        <p:spPr>
          <a:xfrm xmlns:a="http://schemas.openxmlformats.org/drawingml/2006/main">
            <a:off x="685800" y="147637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11111"/>
                </a:solidFill>
                <a:latin typeface="Arial"/>
                <a:ea typeface="Arial"/>
                <a:cs typeface="Arial"/>
              </a:defRPr>
            </a:defPPr>
            <a:lvl1pPr algn="l">
              <a:defRPr sz="2250" b="1">
                <a:solidFill>
                  <a:srgbClr val="111111"/>
                </a:solidFill>
                <a:latin typeface="Arial"/>
                <a:ea typeface="Arial"/>
                <a:cs typeface="Arial"/>
              </a:defRPr>
            </a:lvl1pPr>
            <a:lvl2pPr algn="l">
              <a:defRPr sz="2250" b="1">
                <a:solidFill>
                  <a:srgbClr val="111111"/>
                </a:solidFill>
                <a:latin typeface="Arial"/>
                <a:ea typeface="Arial"/>
                <a:cs typeface="Arial"/>
              </a:defRPr>
            </a:lvl2pPr>
            <a:lvl3pPr algn="l">
              <a:defRPr sz="2250" b="1">
                <a:solidFill>
                  <a:srgbClr val="111111"/>
                </a:solidFill>
                <a:latin typeface="Arial"/>
                <a:ea typeface="Arial"/>
                <a:cs typeface="Arial"/>
              </a:defRPr>
            </a:lvl3pPr>
            <a:lvl4pPr algn="l">
              <a:defRPr sz="2250" b="1">
                <a:solidFill>
                  <a:srgbClr val="111111"/>
                </a:solidFill>
                <a:latin typeface="Arial"/>
                <a:ea typeface="Arial"/>
                <a:cs typeface="Arial"/>
              </a:defRPr>
            </a:lvl4pPr>
            <a:lvl5pPr algn="l">
              <a:defRPr sz="2250" b="1">
                <a:solidFill>
                  <a:srgbClr val="111111"/>
                </a:solidFill>
                <a:latin typeface="Arial"/>
                <a:ea typeface="Arial"/>
                <a:cs typeface="Arial"/>
              </a:defRPr>
            </a:lvl5pPr>
            <a:lvl6pPr algn="l">
              <a:defRPr sz="2250" b="1">
                <a:solidFill>
                  <a:srgbClr val="111111"/>
                </a:solidFill>
                <a:latin typeface="Arial"/>
                <a:ea typeface="Arial"/>
                <a:cs typeface="Arial"/>
              </a:defRPr>
            </a:lvl6pPr>
            <a:lvl7pPr algn="l">
              <a:defRPr sz="2250" b="1">
                <a:solidFill>
                  <a:srgbClr val="111111"/>
                </a:solidFill>
                <a:latin typeface="Arial"/>
                <a:ea typeface="Arial"/>
                <a:cs typeface="Arial"/>
              </a:defRPr>
            </a:lvl7pPr>
            <a:lvl8pPr algn="l">
              <a:defRPr sz="2250" b="1">
                <a:solidFill>
                  <a:srgbClr val="111111"/>
                </a:solidFill>
                <a:latin typeface="Arial"/>
                <a:ea typeface="Arial"/>
                <a:cs typeface="Arial"/>
              </a:defRPr>
            </a:lvl8pPr>
            <a:lvl9pPr algn="l">
              <a:defRPr sz="2250" b="1">
                <a:solidFill>
                  <a:srgbClr val="111111"/>
                </a:solidFill>
                <a:latin typeface="Arial"/>
                <a:ea typeface="Arial"/>
                <a:cs typeface="Arial"/>
              </a:defRPr>
            </a:lvl9pPr>
          </a:lstStyle>
          <a:p xmlns:a="http://schemas.openxmlformats.org/drawingml/2006/main">
            <a:pPr algn="l">
              <a:lnSpc>
                <a:spcPct val="113000"/>
              </a:lnSpc>
              <a:buNone/>
              <a:defRPr sz="2250" b="1">
                <a:solidFill>
                  <a:srgbClr val="111111"/>
                </a:solidFill>
                <a:latin typeface="Arial"/>
                <a:ea typeface="Arial"/>
                <a:cs typeface="Arial"/>
              </a:defRPr>
            </a:pPr>
            <a:r>
              <a:rPr sz="2250" b="1">
                <a:solidFill>
                  <a:srgbClr val="111111"/>
                </a:solidFill>
                <a:latin typeface="Arial"/>
                <a:ea typeface="Arial"/>
                <a:cs typeface="Arial"/>
              </a:rPr>
              <a:t>Caracterização da pesquisa</a:t>
            </a:r>
          </a:p>
        </p:txBody>
      </p:sp>
      <p:sp>
        <p:nvSpPr>
          <p:cNvPr id="6" name="method-label-0">
            <a:extLst xmlns:a="http://schemas.openxmlformats.org/drawingml/2006/main">
              <a:ext uri="{FF2B5EF4-FFF2-40B4-BE49-F238E27FC236}">
                <a16:creationId xmlns:a16="http://schemas.microsoft.com/office/drawing/2014/main" id="{A027088E-6713-40B4-B613-96BE9BEF9957}"/>
              </a:ext>
            </a:extLst>
          </p:cNvPr>
          <p:cNvSpPr>
            <a:spLocks xmlns:a="http://schemas.openxmlformats.org/drawingml/2006/main" noGrp="1"/>
          </p:cNvSpPr>
          <p:nvPr/>
        </p:nvSpPr>
        <p:spPr>
          <a:xfrm xmlns:a="http://schemas.openxmlformats.org/drawingml/2006/main">
            <a:off x="685800" y="2047875"/>
            <a:ext cx="200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11111"/>
                </a:solidFill>
                <a:latin typeface="Arial"/>
                <a:ea typeface="Arial"/>
                <a:cs typeface="Arial"/>
              </a:defRPr>
            </a:defPPr>
            <a:lvl1pPr algn="l">
              <a:defRPr sz="2100" b="1">
                <a:solidFill>
                  <a:srgbClr val="111111"/>
                </a:solidFill>
                <a:latin typeface="Arial"/>
                <a:ea typeface="Arial"/>
                <a:cs typeface="Arial"/>
              </a:defRPr>
            </a:lvl1pPr>
            <a:lvl2pPr algn="l">
              <a:defRPr sz="2100" b="1">
                <a:solidFill>
                  <a:srgbClr val="111111"/>
                </a:solidFill>
                <a:latin typeface="Arial"/>
                <a:ea typeface="Arial"/>
                <a:cs typeface="Arial"/>
              </a:defRPr>
            </a:lvl2pPr>
            <a:lvl3pPr algn="l">
              <a:defRPr sz="2100" b="1">
                <a:solidFill>
                  <a:srgbClr val="111111"/>
                </a:solidFill>
                <a:latin typeface="Arial"/>
                <a:ea typeface="Arial"/>
                <a:cs typeface="Arial"/>
              </a:defRPr>
            </a:lvl3pPr>
            <a:lvl4pPr algn="l">
              <a:defRPr sz="2100" b="1">
                <a:solidFill>
                  <a:srgbClr val="111111"/>
                </a:solidFill>
                <a:latin typeface="Arial"/>
                <a:ea typeface="Arial"/>
                <a:cs typeface="Arial"/>
              </a:defRPr>
            </a:lvl4pPr>
            <a:lvl5pPr algn="l">
              <a:defRPr sz="2100" b="1">
                <a:solidFill>
                  <a:srgbClr val="111111"/>
                </a:solidFill>
                <a:latin typeface="Arial"/>
                <a:ea typeface="Arial"/>
                <a:cs typeface="Arial"/>
              </a:defRPr>
            </a:lvl5pPr>
            <a:lvl6pPr algn="l">
              <a:defRPr sz="2100" b="1">
                <a:solidFill>
                  <a:srgbClr val="111111"/>
                </a:solidFill>
                <a:latin typeface="Arial"/>
                <a:ea typeface="Arial"/>
                <a:cs typeface="Arial"/>
              </a:defRPr>
            </a:lvl6pPr>
            <a:lvl7pPr algn="l">
              <a:defRPr sz="2100" b="1">
                <a:solidFill>
                  <a:srgbClr val="111111"/>
                </a:solidFill>
                <a:latin typeface="Arial"/>
                <a:ea typeface="Arial"/>
                <a:cs typeface="Arial"/>
              </a:defRPr>
            </a:lvl7pPr>
            <a:lvl8pPr algn="l">
              <a:defRPr sz="2100" b="1">
                <a:solidFill>
                  <a:srgbClr val="111111"/>
                </a:solidFill>
                <a:latin typeface="Arial"/>
                <a:ea typeface="Arial"/>
                <a:cs typeface="Arial"/>
              </a:defRPr>
            </a:lvl8pPr>
            <a:lvl9pPr algn="l">
              <a:defRPr sz="2100" b="1">
                <a:solidFill>
                  <a:srgbClr val="111111"/>
                </a:solidFill>
                <a:latin typeface="Arial"/>
                <a:ea typeface="Arial"/>
                <a:cs typeface="Arial"/>
              </a:defRPr>
            </a:lvl9pPr>
          </a:lstStyle>
          <a:p xmlns:a="http://schemas.openxmlformats.org/drawingml/2006/main">
            <a:pPr algn="l">
              <a:lnSpc>
                <a:spcPct val="113000"/>
              </a:lnSpc>
              <a:buNone/>
              <a:defRPr sz="2100" b="1">
                <a:solidFill>
                  <a:srgbClr val="111111"/>
                </a:solidFill>
                <a:latin typeface="Arial"/>
                <a:ea typeface="Arial"/>
                <a:cs typeface="Arial"/>
              </a:defRPr>
            </a:pPr>
            <a:r>
              <a:rPr sz="2100" b="1">
                <a:solidFill>
                  <a:srgbClr val="111111"/>
                </a:solidFill>
                <a:latin typeface="Arial"/>
                <a:ea typeface="Arial"/>
                <a:cs typeface="Arial"/>
              </a:rPr>
              <a:t>Natureza:</a:t>
            </a:r>
          </a:p>
        </p:txBody>
      </p:sp>
      <p:sp>
        <p:nvSpPr>
          <p:cNvPr id="7" name="method-value-0">
            <a:extLst xmlns:a="http://schemas.openxmlformats.org/drawingml/2006/main">
              <a:ext uri="{FF2B5EF4-FFF2-40B4-BE49-F238E27FC236}">
                <a16:creationId xmlns:a16="http://schemas.microsoft.com/office/drawing/2014/main" id="{FC1B6AF5-C8B4-472B-B758-ADFEAD103C8B}"/>
              </a:ext>
            </a:extLst>
          </p:cNvPr>
          <p:cNvSpPr>
            <a:spLocks xmlns:a="http://schemas.openxmlformats.org/drawingml/2006/main" noGrp="1"/>
          </p:cNvSpPr>
          <p:nvPr/>
        </p:nvSpPr>
        <p:spPr>
          <a:xfrm xmlns:a="http://schemas.openxmlformats.org/drawingml/2006/main">
            <a:off x="2724150" y="2047875"/>
            <a:ext cx="40481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lnSpc>
                <a:spcPct val="113000"/>
              </a:lnSpc>
              <a:buNone/>
              <a:defRPr sz="2100" b="0">
                <a:solidFill>
                  <a:srgbClr val="111111"/>
                </a:solidFill>
                <a:latin typeface="Arial"/>
                <a:ea typeface="Arial"/>
                <a:cs typeface="Arial"/>
              </a:defRPr>
            </a:pPr>
            <a:r>
              <a:rPr sz="2100" b="0">
                <a:solidFill>
                  <a:srgbClr val="111111"/>
                </a:solidFill>
                <a:latin typeface="Arial"/>
                <a:ea typeface="Arial"/>
                <a:cs typeface="Arial"/>
              </a:rPr>
              <a:t>Pesquisa aplicada.</a:t>
            </a:r>
          </a:p>
        </p:txBody>
      </p:sp>
      <p:sp>
        <p:nvSpPr>
          <p:cNvPr id="8" name="method-label-1">
            <a:extLst xmlns:a="http://schemas.openxmlformats.org/drawingml/2006/main">
              <a:ext uri="{FF2B5EF4-FFF2-40B4-BE49-F238E27FC236}">
                <a16:creationId xmlns:a16="http://schemas.microsoft.com/office/drawing/2014/main" id="{DD07DBFC-15BD-455A-A876-9A0EDA76ED50}"/>
              </a:ext>
            </a:extLst>
          </p:cNvPr>
          <p:cNvSpPr>
            <a:spLocks xmlns:a="http://schemas.openxmlformats.org/drawingml/2006/main" noGrp="1"/>
          </p:cNvSpPr>
          <p:nvPr/>
        </p:nvSpPr>
        <p:spPr>
          <a:xfrm xmlns:a="http://schemas.openxmlformats.org/drawingml/2006/main">
            <a:off x="685800" y="2733675"/>
            <a:ext cx="200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11111"/>
                </a:solidFill>
                <a:latin typeface="Arial"/>
                <a:ea typeface="Arial"/>
                <a:cs typeface="Arial"/>
              </a:defRPr>
            </a:defPPr>
            <a:lvl1pPr algn="l">
              <a:defRPr sz="2100" b="1">
                <a:solidFill>
                  <a:srgbClr val="111111"/>
                </a:solidFill>
                <a:latin typeface="Arial"/>
                <a:ea typeface="Arial"/>
                <a:cs typeface="Arial"/>
              </a:defRPr>
            </a:lvl1pPr>
            <a:lvl2pPr algn="l">
              <a:defRPr sz="2100" b="1">
                <a:solidFill>
                  <a:srgbClr val="111111"/>
                </a:solidFill>
                <a:latin typeface="Arial"/>
                <a:ea typeface="Arial"/>
                <a:cs typeface="Arial"/>
              </a:defRPr>
            </a:lvl2pPr>
            <a:lvl3pPr algn="l">
              <a:defRPr sz="2100" b="1">
                <a:solidFill>
                  <a:srgbClr val="111111"/>
                </a:solidFill>
                <a:latin typeface="Arial"/>
                <a:ea typeface="Arial"/>
                <a:cs typeface="Arial"/>
              </a:defRPr>
            </a:lvl3pPr>
            <a:lvl4pPr algn="l">
              <a:defRPr sz="2100" b="1">
                <a:solidFill>
                  <a:srgbClr val="111111"/>
                </a:solidFill>
                <a:latin typeface="Arial"/>
                <a:ea typeface="Arial"/>
                <a:cs typeface="Arial"/>
              </a:defRPr>
            </a:lvl4pPr>
            <a:lvl5pPr algn="l">
              <a:defRPr sz="2100" b="1">
                <a:solidFill>
                  <a:srgbClr val="111111"/>
                </a:solidFill>
                <a:latin typeface="Arial"/>
                <a:ea typeface="Arial"/>
                <a:cs typeface="Arial"/>
              </a:defRPr>
            </a:lvl5pPr>
            <a:lvl6pPr algn="l">
              <a:defRPr sz="2100" b="1">
                <a:solidFill>
                  <a:srgbClr val="111111"/>
                </a:solidFill>
                <a:latin typeface="Arial"/>
                <a:ea typeface="Arial"/>
                <a:cs typeface="Arial"/>
              </a:defRPr>
            </a:lvl6pPr>
            <a:lvl7pPr algn="l">
              <a:defRPr sz="2100" b="1">
                <a:solidFill>
                  <a:srgbClr val="111111"/>
                </a:solidFill>
                <a:latin typeface="Arial"/>
                <a:ea typeface="Arial"/>
                <a:cs typeface="Arial"/>
              </a:defRPr>
            </a:lvl7pPr>
            <a:lvl8pPr algn="l">
              <a:defRPr sz="2100" b="1">
                <a:solidFill>
                  <a:srgbClr val="111111"/>
                </a:solidFill>
                <a:latin typeface="Arial"/>
                <a:ea typeface="Arial"/>
                <a:cs typeface="Arial"/>
              </a:defRPr>
            </a:lvl8pPr>
            <a:lvl9pPr algn="l">
              <a:defRPr sz="2100" b="1">
                <a:solidFill>
                  <a:srgbClr val="111111"/>
                </a:solidFill>
                <a:latin typeface="Arial"/>
                <a:ea typeface="Arial"/>
                <a:cs typeface="Arial"/>
              </a:defRPr>
            </a:lvl9pPr>
          </a:lstStyle>
          <a:p xmlns:a="http://schemas.openxmlformats.org/drawingml/2006/main">
            <a:pPr algn="l">
              <a:lnSpc>
                <a:spcPct val="113000"/>
              </a:lnSpc>
              <a:buNone/>
              <a:defRPr sz="2100" b="1">
                <a:solidFill>
                  <a:srgbClr val="111111"/>
                </a:solidFill>
                <a:latin typeface="Arial"/>
                <a:ea typeface="Arial"/>
                <a:cs typeface="Arial"/>
              </a:defRPr>
            </a:pPr>
            <a:r>
              <a:rPr sz="2100" b="1">
                <a:solidFill>
                  <a:srgbClr val="111111"/>
                </a:solidFill>
                <a:latin typeface="Arial"/>
                <a:ea typeface="Arial"/>
                <a:cs typeface="Arial"/>
              </a:rPr>
              <a:t>Procedimento:</a:t>
            </a:r>
          </a:p>
        </p:txBody>
      </p:sp>
      <p:sp>
        <p:nvSpPr>
          <p:cNvPr id="9" name="method-value-1">
            <a:extLst xmlns:a="http://schemas.openxmlformats.org/drawingml/2006/main">
              <a:ext uri="{FF2B5EF4-FFF2-40B4-BE49-F238E27FC236}">
                <a16:creationId xmlns:a16="http://schemas.microsoft.com/office/drawing/2014/main" id="{FBBFE5C1-D118-4494-AB2C-B4EEEC44AE2D}"/>
              </a:ext>
            </a:extLst>
          </p:cNvPr>
          <p:cNvSpPr>
            <a:spLocks xmlns:a="http://schemas.openxmlformats.org/drawingml/2006/main" noGrp="1"/>
          </p:cNvSpPr>
          <p:nvPr/>
        </p:nvSpPr>
        <p:spPr>
          <a:xfrm xmlns:a="http://schemas.openxmlformats.org/drawingml/2006/main">
            <a:off x="2724150" y="2733675"/>
            <a:ext cx="40481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lnSpc>
                <a:spcPct val="113000"/>
              </a:lnSpc>
              <a:buNone/>
              <a:defRPr sz="2100" b="0">
                <a:solidFill>
                  <a:srgbClr val="111111"/>
                </a:solidFill>
                <a:latin typeface="Arial"/>
                <a:ea typeface="Arial"/>
                <a:cs typeface="Arial"/>
              </a:defRPr>
            </a:pPr>
            <a:r>
              <a:rPr sz="2100" b="0">
                <a:solidFill>
                  <a:srgbClr val="111111"/>
                </a:solidFill>
                <a:latin typeface="Arial"/>
                <a:ea typeface="Arial"/>
                <a:cs typeface="Arial"/>
              </a:rPr>
              <a:t>Estudo de caso.</a:t>
            </a:r>
          </a:p>
        </p:txBody>
      </p:sp>
      <p:sp>
        <p:nvSpPr>
          <p:cNvPr id="10" name="method-label-2">
            <a:extLst xmlns:a="http://schemas.openxmlformats.org/drawingml/2006/main">
              <a:ext uri="{FF2B5EF4-FFF2-40B4-BE49-F238E27FC236}">
                <a16:creationId xmlns:a16="http://schemas.microsoft.com/office/drawing/2014/main" id="{1EEF16C5-A08F-463C-B8A2-A7325E3E0F07}"/>
              </a:ext>
            </a:extLst>
          </p:cNvPr>
          <p:cNvSpPr>
            <a:spLocks xmlns:a="http://schemas.openxmlformats.org/drawingml/2006/main" noGrp="1"/>
          </p:cNvSpPr>
          <p:nvPr/>
        </p:nvSpPr>
        <p:spPr>
          <a:xfrm xmlns:a="http://schemas.openxmlformats.org/drawingml/2006/main">
            <a:off x="685800" y="3419475"/>
            <a:ext cx="200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11111"/>
                </a:solidFill>
                <a:latin typeface="Arial"/>
                <a:ea typeface="Arial"/>
                <a:cs typeface="Arial"/>
              </a:defRPr>
            </a:defPPr>
            <a:lvl1pPr algn="l">
              <a:defRPr sz="2100" b="1">
                <a:solidFill>
                  <a:srgbClr val="111111"/>
                </a:solidFill>
                <a:latin typeface="Arial"/>
                <a:ea typeface="Arial"/>
                <a:cs typeface="Arial"/>
              </a:defRPr>
            </a:lvl1pPr>
            <a:lvl2pPr algn="l">
              <a:defRPr sz="2100" b="1">
                <a:solidFill>
                  <a:srgbClr val="111111"/>
                </a:solidFill>
                <a:latin typeface="Arial"/>
                <a:ea typeface="Arial"/>
                <a:cs typeface="Arial"/>
              </a:defRPr>
            </a:lvl2pPr>
            <a:lvl3pPr algn="l">
              <a:defRPr sz="2100" b="1">
                <a:solidFill>
                  <a:srgbClr val="111111"/>
                </a:solidFill>
                <a:latin typeface="Arial"/>
                <a:ea typeface="Arial"/>
                <a:cs typeface="Arial"/>
              </a:defRPr>
            </a:lvl3pPr>
            <a:lvl4pPr algn="l">
              <a:defRPr sz="2100" b="1">
                <a:solidFill>
                  <a:srgbClr val="111111"/>
                </a:solidFill>
                <a:latin typeface="Arial"/>
                <a:ea typeface="Arial"/>
                <a:cs typeface="Arial"/>
              </a:defRPr>
            </a:lvl4pPr>
            <a:lvl5pPr algn="l">
              <a:defRPr sz="2100" b="1">
                <a:solidFill>
                  <a:srgbClr val="111111"/>
                </a:solidFill>
                <a:latin typeface="Arial"/>
                <a:ea typeface="Arial"/>
                <a:cs typeface="Arial"/>
              </a:defRPr>
            </a:lvl5pPr>
            <a:lvl6pPr algn="l">
              <a:defRPr sz="2100" b="1">
                <a:solidFill>
                  <a:srgbClr val="111111"/>
                </a:solidFill>
                <a:latin typeface="Arial"/>
                <a:ea typeface="Arial"/>
                <a:cs typeface="Arial"/>
              </a:defRPr>
            </a:lvl6pPr>
            <a:lvl7pPr algn="l">
              <a:defRPr sz="2100" b="1">
                <a:solidFill>
                  <a:srgbClr val="111111"/>
                </a:solidFill>
                <a:latin typeface="Arial"/>
                <a:ea typeface="Arial"/>
                <a:cs typeface="Arial"/>
              </a:defRPr>
            </a:lvl7pPr>
            <a:lvl8pPr algn="l">
              <a:defRPr sz="2100" b="1">
                <a:solidFill>
                  <a:srgbClr val="111111"/>
                </a:solidFill>
                <a:latin typeface="Arial"/>
                <a:ea typeface="Arial"/>
                <a:cs typeface="Arial"/>
              </a:defRPr>
            </a:lvl8pPr>
            <a:lvl9pPr algn="l">
              <a:defRPr sz="2100" b="1">
                <a:solidFill>
                  <a:srgbClr val="111111"/>
                </a:solidFill>
                <a:latin typeface="Arial"/>
                <a:ea typeface="Arial"/>
                <a:cs typeface="Arial"/>
              </a:defRPr>
            </a:lvl9pPr>
          </a:lstStyle>
          <a:p xmlns:a="http://schemas.openxmlformats.org/drawingml/2006/main">
            <a:pPr algn="l">
              <a:lnSpc>
                <a:spcPct val="113000"/>
              </a:lnSpc>
              <a:buNone/>
              <a:defRPr sz="2100" b="1">
                <a:solidFill>
                  <a:srgbClr val="111111"/>
                </a:solidFill>
                <a:latin typeface="Arial"/>
                <a:ea typeface="Arial"/>
                <a:cs typeface="Arial"/>
              </a:defRPr>
            </a:pPr>
            <a:r>
              <a:rPr sz="2100" b="1">
                <a:solidFill>
                  <a:srgbClr val="111111"/>
                </a:solidFill>
                <a:latin typeface="Arial"/>
                <a:ea typeface="Arial"/>
                <a:cs typeface="Arial"/>
              </a:rPr>
              <a:t>Abordagem:</a:t>
            </a:r>
          </a:p>
        </p:txBody>
      </p:sp>
      <p:sp>
        <p:nvSpPr>
          <p:cNvPr id="11" name="method-value-2">
            <a:extLst xmlns:a="http://schemas.openxmlformats.org/drawingml/2006/main">
              <a:ext uri="{FF2B5EF4-FFF2-40B4-BE49-F238E27FC236}">
                <a16:creationId xmlns:a16="http://schemas.microsoft.com/office/drawing/2014/main" id="{5C58F408-8796-45E8-A421-608631FF0105}"/>
              </a:ext>
            </a:extLst>
          </p:cNvPr>
          <p:cNvSpPr>
            <a:spLocks xmlns:a="http://schemas.openxmlformats.org/drawingml/2006/main" noGrp="1"/>
          </p:cNvSpPr>
          <p:nvPr/>
        </p:nvSpPr>
        <p:spPr>
          <a:xfrm xmlns:a="http://schemas.openxmlformats.org/drawingml/2006/main">
            <a:off x="2724150" y="3419475"/>
            <a:ext cx="40481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lnSpc>
                <a:spcPct val="113000"/>
              </a:lnSpc>
              <a:buNone/>
              <a:defRPr sz="2100" b="0">
                <a:solidFill>
                  <a:srgbClr val="111111"/>
                </a:solidFill>
                <a:latin typeface="Arial"/>
                <a:ea typeface="Arial"/>
                <a:cs typeface="Arial"/>
              </a:defRPr>
            </a:pPr>
            <a:r>
              <a:rPr sz="2100" b="0">
                <a:solidFill>
                  <a:srgbClr val="111111"/>
                </a:solidFill>
                <a:latin typeface="Arial"/>
                <a:ea typeface="Arial"/>
                <a:cs typeface="Arial"/>
              </a:rPr>
              <a:t>Qualitativa e quantitativa.</a:t>
            </a:r>
          </a:p>
        </p:txBody>
      </p:sp>
      <p:sp>
        <p:nvSpPr>
          <p:cNvPr id="12" name="method-label-3">
            <a:extLst xmlns:a="http://schemas.openxmlformats.org/drawingml/2006/main">
              <a:ext uri="{FF2B5EF4-FFF2-40B4-BE49-F238E27FC236}">
                <a16:creationId xmlns:a16="http://schemas.microsoft.com/office/drawing/2014/main" id="{A87CAD70-3956-4902-8A43-7F2C74458757}"/>
              </a:ext>
            </a:extLst>
          </p:cNvPr>
          <p:cNvSpPr>
            <a:spLocks xmlns:a="http://schemas.openxmlformats.org/drawingml/2006/main" noGrp="1"/>
          </p:cNvSpPr>
          <p:nvPr/>
        </p:nvSpPr>
        <p:spPr>
          <a:xfrm xmlns:a="http://schemas.openxmlformats.org/drawingml/2006/main">
            <a:off x="685800" y="4105275"/>
            <a:ext cx="200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11111"/>
                </a:solidFill>
                <a:latin typeface="Arial"/>
                <a:ea typeface="Arial"/>
                <a:cs typeface="Arial"/>
              </a:defRPr>
            </a:defPPr>
            <a:lvl1pPr algn="l">
              <a:defRPr sz="2100" b="1">
                <a:solidFill>
                  <a:srgbClr val="111111"/>
                </a:solidFill>
                <a:latin typeface="Arial"/>
                <a:ea typeface="Arial"/>
                <a:cs typeface="Arial"/>
              </a:defRPr>
            </a:lvl1pPr>
            <a:lvl2pPr algn="l">
              <a:defRPr sz="2100" b="1">
                <a:solidFill>
                  <a:srgbClr val="111111"/>
                </a:solidFill>
                <a:latin typeface="Arial"/>
                <a:ea typeface="Arial"/>
                <a:cs typeface="Arial"/>
              </a:defRPr>
            </a:lvl2pPr>
            <a:lvl3pPr algn="l">
              <a:defRPr sz="2100" b="1">
                <a:solidFill>
                  <a:srgbClr val="111111"/>
                </a:solidFill>
                <a:latin typeface="Arial"/>
                <a:ea typeface="Arial"/>
                <a:cs typeface="Arial"/>
              </a:defRPr>
            </a:lvl3pPr>
            <a:lvl4pPr algn="l">
              <a:defRPr sz="2100" b="1">
                <a:solidFill>
                  <a:srgbClr val="111111"/>
                </a:solidFill>
                <a:latin typeface="Arial"/>
                <a:ea typeface="Arial"/>
                <a:cs typeface="Arial"/>
              </a:defRPr>
            </a:lvl4pPr>
            <a:lvl5pPr algn="l">
              <a:defRPr sz="2100" b="1">
                <a:solidFill>
                  <a:srgbClr val="111111"/>
                </a:solidFill>
                <a:latin typeface="Arial"/>
                <a:ea typeface="Arial"/>
                <a:cs typeface="Arial"/>
              </a:defRPr>
            </a:lvl5pPr>
            <a:lvl6pPr algn="l">
              <a:defRPr sz="2100" b="1">
                <a:solidFill>
                  <a:srgbClr val="111111"/>
                </a:solidFill>
                <a:latin typeface="Arial"/>
                <a:ea typeface="Arial"/>
                <a:cs typeface="Arial"/>
              </a:defRPr>
            </a:lvl6pPr>
            <a:lvl7pPr algn="l">
              <a:defRPr sz="2100" b="1">
                <a:solidFill>
                  <a:srgbClr val="111111"/>
                </a:solidFill>
                <a:latin typeface="Arial"/>
                <a:ea typeface="Arial"/>
                <a:cs typeface="Arial"/>
              </a:defRPr>
            </a:lvl7pPr>
            <a:lvl8pPr algn="l">
              <a:defRPr sz="2100" b="1">
                <a:solidFill>
                  <a:srgbClr val="111111"/>
                </a:solidFill>
                <a:latin typeface="Arial"/>
                <a:ea typeface="Arial"/>
                <a:cs typeface="Arial"/>
              </a:defRPr>
            </a:lvl8pPr>
            <a:lvl9pPr algn="l">
              <a:defRPr sz="2100" b="1">
                <a:solidFill>
                  <a:srgbClr val="111111"/>
                </a:solidFill>
                <a:latin typeface="Arial"/>
                <a:ea typeface="Arial"/>
                <a:cs typeface="Arial"/>
              </a:defRPr>
            </a:lvl9pPr>
          </a:lstStyle>
          <a:p xmlns:a="http://schemas.openxmlformats.org/drawingml/2006/main">
            <a:pPr algn="l">
              <a:lnSpc>
                <a:spcPct val="113000"/>
              </a:lnSpc>
              <a:buNone/>
              <a:defRPr sz="2100" b="1">
                <a:solidFill>
                  <a:srgbClr val="111111"/>
                </a:solidFill>
                <a:latin typeface="Arial"/>
                <a:ea typeface="Arial"/>
                <a:cs typeface="Arial"/>
              </a:defRPr>
            </a:pPr>
            <a:r>
              <a:rPr sz="2100" b="1">
                <a:solidFill>
                  <a:srgbClr val="111111"/>
                </a:solidFill>
                <a:latin typeface="Arial"/>
                <a:ea typeface="Arial"/>
                <a:cs typeface="Arial"/>
              </a:rPr>
              <a:t>Instrumentos:</a:t>
            </a:r>
          </a:p>
        </p:txBody>
      </p:sp>
      <p:sp>
        <p:nvSpPr>
          <p:cNvPr id="13" name="method-value-3">
            <a:extLst xmlns:a="http://schemas.openxmlformats.org/drawingml/2006/main">
              <a:ext uri="{FF2B5EF4-FFF2-40B4-BE49-F238E27FC236}">
                <a16:creationId xmlns:a16="http://schemas.microsoft.com/office/drawing/2014/main" id="{A90A753F-24F0-4A7D-B955-784E0E1C0CC8}"/>
              </a:ext>
            </a:extLst>
          </p:cNvPr>
          <p:cNvSpPr>
            <a:spLocks xmlns:a="http://schemas.openxmlformats.org/drawingml/2006/main" noGrp="1"/>
          </p:cNvSpPr>
          <p:nvPr/>
        </p:nvSpPr>
        <p:spPr>
          <a:xfrm xmlns:a="http://schemas.openxmlformats.org/drawingml/2006/main">
            <a:off x="2724150" y="4105275"/>
            <a:ext cx="40481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lnSpc>
                <a:spcPct val="113000"/>
              </a:lnSpc>
              <a:buNone/>
              <a:defRPr sz="2100" b="0">
                <a:solidFill>
                  <a:srgbClr val="111111"/>
                </a:solidFill>
                <a:latin typeface="Arial"/>
                <a:ea typeface="Arial"/>
                <a:cs typeface="Arial"/>
              </a:defRPr>
            </a:pPr>
            <a:r>
              <a:rPr sz="2100" b="0">
                <a:solidFill>
                  <a:srgbClr val="111111"/>
                </a:solidFill>
                <a:latin typeface="Arial"/>
                <a:ea typeface="Arial"/>
                <a:cs typeface="Arial"/>
              </a:rPr>
              <a:t>Formulários, entrevistas, observação e análise documental.</a:t>
            </a:r>
          </a:p>
        </p:txBody>
      </p:sp>
      <p:sp>
        <p:nvSpPr>
          <p:cNvPr id="14" name="participants-caption">
            <a:extLst xmlns:a="http://schemas.openxmlformats.org/drawingml/2006/main">
              <a:ext uri="{FF2B5EF4-FFF2-40B4-BE49-F238E27FC236}">
                <a16:creationId xmlns:a16="http://schemas.microsoft.com/office/drawing/2014/main" id="{8E60BDE2-EDA5-4B72-8607-85AFDA2A4669}"/>
              </a:ext>
            </a:extLst>
          </p:cNvPr>
          <p:cNvSpPr>
            <a:spLocks xmlns:a="http://schemas.openxmlformats.org/drawingml/2006/main" noGrp="1"/>
          </p:cNvSpPr>
          <p:nvPr/>
        </p:nvSpPr>
        <p:spPr>
          <a:xfrm xmlns:a="http://schemas.openxmlformats.org/drawingml/2006/main">
            <a:off x="7353300" y="1504950"/>
            <a:ext cx="41529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11111"/>
                </a:solidFill>
                <a:latin typeface="Arial"/>
                <a:ea typeface="Arial"/>
                <a:cs typeface="Arial"/>
              </a:defRPr>
            </a:defPPr>
            <a:lvl1pPr algn="l">
              <a:defRPr sz="1725" b="0">
                <a:solidFill>
                  <a:srgbClr val="111111"/>
                </a:solidFill>
                <a:latin typeface="Arial"/>
                <a:ea typeface="Arial"/>
                <a:cs typeface="Arial"/>
              </a:defRPr>
            </a:lvl1pPr>
            <a:lvl2pPr algn="l">
              <a:defRPr sz="1725" b="0">
                <a:solidFill>
                  <a:srgbClr val="111111"/>
                </a:solidFill>
                <a:latin typeface="Arial"/>
                <a:ea typeface="Arial"/>
                <a:cs typeface="Arial"/>
              </a:defRPr>
            </a:lvl2pPr>
            <a:lvl3pPr algn="l">
              <a:defRPr sz="1725" b="0">
                <a:solidFill>
                  <a:srgbClr val="111111"/>
                </a:solidFill>
                <a:latin typeface="Arial"/>
                <a:ea typeface="Arial"/>
                <a:cs typeface="Arial"/>
              </a:defRPr>
            </a:lvl3pPr>
            <a:lvl4pPr algn="l">
              <a:defRPr sz="1725" b="0">
                <a:solidFill>
                  <a:srgbClr val="111111"/>
                </a:solidFill>
                <a:latin typeface="Arial"/>
                <a:ea typeface="Arial"/>
                <a:cs typeface="Arial"/>
              </a:defRPr>
            </a:lvl4pPr>
            <a:lvl5pPr algn="l">
              <a:defRPr sz="1725" b="0">
                <a:solidFill>
                  <a:srgbClr val="111111"/>
                </a:solidFill>
                <a:latin typeface="Arial"/>
                <a:ea typeface="Arial"/>
                <a:cs typeface="Arial"/>
              </a:defRPr>
            </a:lvl5pPr>
            <a:lvl6pPr algn="l">
              <a:defRPr sz="1725" b="0">
                <a:solidFill>
                  <a:srgbClr val="111111"/>
                </a:solidFill>
                <a:latin typeface="Arial"/>
                <a:ea typeface="Arial"/>
                <a:cs typeface="Arial"/>
              </a:defRPr>
            </a:lvl6pPr>
            <a:lvl7pPr algn="l">
              <a:defRPr sz="1725" b="0">
                <a:solidFill>
                  <a:srgbClr val="111111"/>
                </a:solidFill>
                <a:latin typeface="Arial"/>
                <a:ea typeface="Arial"/>
                <a:cs typeface="Arial"/>
              </a:defRPr>
            </a:lvl7pPr>
            <a:lvl8pPr algn="l">
              <a:defRPr sz="1725" b="0">
                <a:solidFill>
                  <a:srgbClr val="111111"/>
                </a:solidFill>
                <a:latin typeface="Arial"/>
                <a:ea typeface="Arial"/>
                <a:cs typeface="Arial"/>
              </a:defRPr>
            </a:lvl8pPr>
            <a:lvl9pPr algn="l">
              <a:defRPr sz="1725" b="0">
                <a:solidFill>
                  <a:srgbClr val="111111"/>
                </a:solidFill>
                <a:latin typeface="Arial"/>
                <a:ea typeface="Arial"/>
                <a:cs typeface="Arial"/>
              </a:defRPr>
            </a:lvl9pPr>
          </a:lstStyle>
          <a:p xmlns:a="http://schemas.openxmlformats.org/drawingml/2006/main">
            <a:pPr algn="l">
              <a:lnSpc>
                <a:spcPct val="113000"/>
              </a:lnSpc>
              <a:buNone/>
              <a:defRPr sz="1725" b="0">
                <a:solidFill>
                  <a:srgbClr val="111111"/>
                </a:solidFill>
                <a:latin typeface="Arial"/>
                <a:ea typeface="Arial"/>
                <a:cs typeface="Arial"/>
              </a:defRPr>
            </a:pPr>
            <a:r>
              <a:rPr sz="1725" b="0">
                <a:solidFill>
                  <a:srgbClr val="111111"/>
                </a:solidFill>
                <a:latin typeface="Arial"/>
                <a:ea typeface="Arial"/>
                <a:cs typeface="Arial"/>
              </a:rPr>
              <a:t>Tabela 1 - Participação informada</a:t>
            </a:r>
          </a:p>
        </p:txBody>
      </p:sp>
      <p:graphicFrame>
        <p:nvGraphicFramePr>
          <p:cNvPr id="15" name="participants">
            <a:extLst xmlns:a="http://schemas.openxmlformats.org/drawingml/2006/main">
              <a:ext uri="{FF2B5EF4-FFF2-40B4-BE49-F238E27FC236}">
                <a16:creationId xmlns:a16="http://schemas.microsoft.com/office/drawing/2014/main" id="{542CF148-C2A3-4961-9448-AF60B437DE96}"/>
              </a:ext>
            </a:extLst>
          </p:cNvPr>
          <p:cNvGraphicFramePr/>
          <p:nvPr/>
        </p:nvGraphicFramePr>
        <p:xfrm>
          <a:off xmlns:a="http://schemas.openxmlformats.org/drawingml/2006/main" x="7353300" y="1981200"/>
          <a:ext xmlns:a="http://schemas.openxmlformats.org/drawingml/2006/main" cx="4152900" cy="2343150"/>
        </p:xfrm>
        <a:graphic xmlns:a="http://schemas.openxmlformats.org/drawingml/2006/main">
          <a:graphicData uri="http://schemas.openxmlformats.org/drawingml/2006/table">
            <a:tbl>
              <a:tblPr firstRow="1" bandRow="0"/>
              <a:tblGrid>
                <a:gridCol w="2714625"/>
                <a:gridCol w="1438275"/>
              </a:tblGrid>
              <a:tr h="457200">
                <a:tc>
                  <a:txBody>
                    <a:bodyPr wrap="square">
                      <a:noAutofit/>
                    </a:bodyPr>
                    <a:lstStyle/>
                    <a:p>
                      <a:pPr>
                        <a:lnSpc>
                          <a:spcPct val="106000"/>
                        </a:lnSpc>
                        <a:buNone/>
                      </a:pPr>
                      <a:r>
                        <a:rPr sz="2025" b="1">
                          <a:solidFill>
                            <a:srgbClr val="111111"/>
                          </a:solidFill>
                          <a:latin typeface="Arial"/>
                          <a:ea typeface="Arial"/>
                          <a:cs typeface="Arial"/>
                        </a:rPr>
                        <a:t>Público</a:t>
                      </a:r>
                    </a:p>
                  </a:txBody>
                  <a:tcPr marL="114300" marR="114300" marT="66675" marB="66675" anchor="ctr">
                    <a:lnL w="6191">
                      <a:solidFill>
                        <a:srgbClr val="A7A7A7"/>
                      </a:solidFill>
                      <a:prstDash val="solid"/>
                    </a:lnL>
                    <a:lnR w="6191">
                      <a:solidFill>
                        <a:srgbClr val="A7A7A7"/>
                      </a:solidFill>
                      <a:prstDash val="solid"/>
                    </a:lnR>
                    <a:lnT w="6191">
                      <a:solidFill>
                        <a:srgbClr val="A7A7A7"/>
                      </a:solidFill>
                      <a:prstDash val="solid"/>
                    </a:lnT>
                    <a:lnB w="6191">
                      <a:solidFill>
                        <a:srgbClr val="A7A7A7"/>
                      </a:solidFill>
                      <a:prstDash val="solid"/>
                    </a:lnB>
                    <a:solidFill>
                      <a:srgbClr val="E8E8E8"/>
                    </a:solidFill>
                  </a:tcPr>
                </a:tc>
                <a:tc>
                  <a:txBody>
                    <a:bodyPr wrap="square">
                      <a:noAutofit/>
                    </a:bodyPr>
                    <a:lstStyle/>
                    <a:p>
                      <a:pPr>
                        <a:lnSpc>
                          <a:spcPct val="106000"/>
                        </a:lnSpc>
                        <a:buNone/>
                      </a:pPr>
                      <a:r>
                        <a:rPr sz="2025" b="1">
                          <a:solidFill>
                            <a:srgbClr val="111111"/>
                          </a:solidFill>
                          <a:latin typeface="Arial"/>
                          <a:ea typeface="Arial"/>
                          <a:cs typeface="Arial"/>
                        </a:rPr>
                        <a:t>n</a:t>
                      </a:r>
                    </a:p>
                  </a:txBody>
                  <a:tcPr marL="114300" marR="114300" marT="66675" marB="66675" anchor="ctr">
                    <a:lnR w="6191">
                      <a:solidFill>
                        <a:srgbClr val="A7A7A7"/>
                      </a:solidFill>
                      <a:prstDash val="solid"/>
                    </a:lnR>
                    <a:lnT w="6191">
                      <a:solidFill>
                        <a:srgbClr val="A7A7A7"/>
                      </a:solidFill>
                      <a:prstDash val="solid"/>
                    </a:lnT>
                    <a:lnB w="6191">
                      <a:solidFill>
                        <a:srgbClr val="A7A7A7"/>
                      </a:solidFill>
                      <a:prstDash val="solid"/>
                    </a:lnB>
                    <a:solidFill>
                      <a:srgbClr val="E8E8E8"/>
                    </a:solidFill>
                  </a:tcPr>
                </a:tc>
              </a:tr>
              <a:tr h="628650">
                <a:tc>
                  <a:txBody>
                    <a:bodyPr wrap="square">
                      <a:noAutofit/>
                    </a:bodyPr>
                    <a:lstStyle/>
                    <a:p>
                      <a:pPr>
                        <a:lnSpc>
                          <a:spcPct val="106000"/>
                        </a:lnSpc>
                        <a:buNone/>
                      </a:pPr>
                      <a:r>
                        <a:rPr sz="2025" b="0">
                          <a:solidFill>
                            <a:srgbClr val="111111"/>
                          </a:solidFill>
                          <a:latin typeface="Arial"/>
                          <a:ea typeface="Arial"/>
                          <a:cs typeface="Arial"/>
                        </a:rPr>
                        <a:t>Estudantes</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2025" b="0">
                          <a:solidFill>
                            <a:srgbClr val="111111"/>
                          </a:solidFill>
                          <a:latin typeface="Arial"/>
                          <a:ea typeface="Arial"/>
                          <a:cs typeface="Arial"/>
                        </a:rPr>
                        <a:t>20</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r h="628650">
                <a:tc>
                  <a:txBody>
                    <a:bodyPr wrap="square">
                      <a:noAutofit/>
                    </a:bodyPr>
                    <a:lstStyle/>
                    <a:p>
                      <a:pPr>
                        <a:lnSpc>
                          <a:spcPct val="106000"/>
                        </a:lnSpc>
                        <a:buNone/>
                      </a:pPr>
                      <a:r>
                        <a:rPr sz="2025" b="0">
                          <a:solidFill>
                            <a:srgbClr val="111111"/>
                          </a:solidFill>
                          <a:latin typeface="Arial"/>
                          <a:ea typeface="Arial"/>
                          <a:cs typeface="Arial"/>
                        </a:rPr>
                        <a:t>Docentes</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2025" b="0">
                          <a:solidFill>
                            <a:srgbClr val="111111"/>
                          </a:solidFill>
                          <a:latin typeface="Arial"/>
                          <a:ea typeface="Arial"/>
                          <a:cs typeface="Arial"/>
                        </a:rPr>
                        <a:t>3</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r h="628650">
                <a:tc>
                  <a:txBody>
                    <a:bodyPr wrap="square">
                      <a:noAutofit/>
                    </a:bodyPr>
                    <a:lstStyle/>
                    <a:p>
                      <a:pPr>
                        <a:lnSpc>
                          <a:spcPct val="106000"/>
                        </a:lnSpc>
                        <a:buNone/>
                      </a:pPr>
                      <a:r>
                        <a:rPr sz="2025" b="0">
                          <a:solidFill>
                            <a:srgbClr val="111111"/>
                          </a:solidFill>
                          <a:latin typeface="Arial"/>
                          <a:ea typeface="Arial"/>
                          <a:cs typeface="Arial"/>
                        </a:rPr>
                        <a:t>Equipe de TI</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2025" b="0">
                          <a:solidFill>
                            <a:srgbClr val="111111"/>
                          </a:solidFill>
                          <a:latin typeface="Arial"/>
                          <a:ea typeface="Arial"/>
                          <a:cs typeface="Arial"/>
                        </a:rPr>
                        <a:t>1</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bl>
          </a:graphicData>
        </a:graphic>
      </p:graphicFrame>
      <p:sp>
        <p:nvSpPr>
          <p:cNvPr id="16" name="analysis">
            <a:extLst xmlns:a="http://schemas.openxmlformats.org/drawingml/2006/main">
              <a:ext uri="{FF2B5EF4-FFF2-40B4-BE49-F238E27FC236}">
                <a16:creationId xmlns:a16="http://schemas.microsoft.com/office/drawing/2014/main" id="{C6DAC0BE-37D3-439B-8676-5DC1650DC46B}"/>
              </a:ext>
            </a:extLst>
          </p:cNvPr>
          <p:cNvSpPr>
            <a:spLocks xmlns:a="http://schemas.openxmlformats.org/drawingml/2006/main" noGrp="1"/>
          </p:cNvSpPr>
          <p:nvPr/>
        </p:nvSpPr>
        <p:spPr>
          <a:xfrm xmlns:a="http://schemas.openxmlformats.org/drawingml/2006/main">
            <a:off x="685800" y="515302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lnSpc>
                <a:spcPct val="113000"/>
              </a:lnSpc>
              <a:buNone/>
              <a:defRPr sz="2100" b="0">
                <a:solidFill>
                  <a:srgbClr val="111111"/>
                </a:solidFill>
                <a:latin typeface="Arial"/>
                <a:ea typeface="Arial"/>
                <a:cs typeface="Arial"/>
              </a:defRPr>
            </a:pPr>
            <a:r>
              <a:rPr sz="2100" b="0">
                <a:solidFill>
                  <a:srgbClr val="111111"/>
                </a:solidFill>
                <a:latin typeface="Arial"/>
                <a:ea typeface="Arial"/>
                <a:cs typeface="Arial"/>
              </a:rPr>
              <a:t>Tratamento previsto: triangulação das fontes, contagens com bases explícitas e rastreabilidade entre evidências e requisitos.</a:t>
            </a:r>
          </a:p>
        </p:txBody>
      </p:sp>
      <p:sp>
        <p:nvSpPr>
          <p:cNvPr id="17" name="source">
            <a:extLst xmlns:a="http://schemas.openxmlformats.org/drawingml/2006/main">
              <a:ext uri="{FF2B5EF4-FFF2-40B4-BE49-F238E27FC236}">
                <a16:creationId xmlns:a16="http://schemas.microsoft.com/office/drawing/2014/main" id="{0F6CB682-882D-45E3-8F9A-DF3147D72A2D}"/>
              </a:ext>
            </a:extLst>
          </p:cNvPr>
          <p:cNvSpPr>
            <a:spLocks xmlns:a="http://schemas.openxmlformats.org/drawingml/2006/main" noGrp="1"/>
          </p:cNvSpPr>
          <p:nvPr/>
        </p:nvSpPr>
        <p:spPr>
          <a:xfrm xmlns:a="http://schemas.openxmlformats.org/drawingml/2006/main">
            <a:off x="685800" y="6076950"/>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464646"/>
                </a:solidFill>
                <a:latin typeface="Arial"/>
                <a:ea typeface="Arial"/>
                <a:cs typeface="Arial"/>
              </a:defRPr>
            </a:defPPr>
            <a:lvl1pPr algn="l">
              <a:defRPr sz="1500" b="0">
                <a:solidFill>
                  <a:srgbClr val="464646"/>
                </a:solidFill>
                <a:latin typeface="Arial"/>
                <a:ea typeface="Arial"/>
                <a:cs typeface="Arial"/>
              </a:defRPr>
            </a:lvl1pPr>
            <a:lvl2pPr algn="l">
              <a:defRPr sz="1500" b="0">
                <a:solidFill>
                  <a:srgbClr val="464646"/>
                </a:solidFill>
                <a:latin typeface="Arial"/>
                <a:ea typeface="Arial"/>
                <a:cs typeface="Arial"/>
              </a:defRPr>
            </a:lvl2pPr>
            <a:lvl3pPr algn="l">
              <a:defRPr sz="1500" b="0">
                <a:solidFill>
                  <a:srgbClr val="464646"/>
                </a:solidFill>
                <a:latin typeface="Arial"/>
                <a:ea typeface="Arial"/>
                <a:cs typeface="Arial"/>
              </a:defRPr>
            </a:lvl3pPr>
            <a:lvl4pPr algn="l">
              <a:defRPr sz="1500" b="0">
                <a:solidFill>
                  <a:srgbClr val="464646"/>
                </a:solidFill>
                <a:latin typeface="Arial"/>
                <a:ea typeface="Arial"/>
                <a:cs typeface="Arial"/>
              </a:defRPr>
            </a:lvl4pPr>
            <a:lvl5pPr algn="l">
              <a:defRPr sz="1500" b="0">
                <a:solidFill>
                  <a:srgbClr val="464646"/>
                </a:solidFill>
                <a:latin typeface="Arial"/>
                <a:ea typeface="Arial"/>
                <a:cs typeface="Arial"/>
              </a:defRPr>
            </a:lvl5pPr>
            <a:lvl6pPr algn="l">
              <a:defRPr sz="1500" b="0">
                <a:solidFill>
                  <a:srgbClr val="464646"/>
                </a:solidFill>
                <a:latin typeface="Arial"/>
                <a:ea typeface="Arial"/>
                <a:cs typeface="Arial"/>
              </a:defRPr>
            </a:lvl6pPr>
            <a:lvl7pPr algn="l">
              <a:defRPr sz="1500" b="0">
                <a:solidFill>
                  <a:srgbClr val="464646"/>
                </a:solidFill>
                <a:latin typeface="Arial"/>
                <a:ea typeface="Arial"/>
                <a:cs typeface="Arial"/>
              </a:defRPr>
            </a:lvl7pPr>
            <a:lvl8pPr algn="l">
              <a:defRPr sz="1500" b="0">
                <a:solidFill>
                  <a:srgbClr val="464646"/>
                </a:solidFill>
                <a:latin typeface="Arial"/>
                <a:ea typeface="Arial"/>
                <a:cs typeface="Arial"/>
              </a:defRPr>
            </a:lvl8pPr>
            <a:lvl9pPr algn="l">
              <a:defRPr sz="1500" b="0">
                <a:solidFill>
                  <a:srgbClr val="464646"/>
                </a:solidFill>
                <a:latin typeface="Arial"/>
                <a:ea typeface="Arial"/>
                <a:cs typeface="Arial"/>
              </a:defRPr>
            </a:lvl9pPr>
          </a:lstStyle>
          <a:p xmlns:a="http://schemas.openxmlformats.org/drawingml/2006/main">
            <a:pPr algn="l">
              <a:lnSpc>
                <a:spcPct val="105000"/>
              </a:lnSpc>
              <a:buNone/>
              <a:defRPr sz="1500" b="0">
                <a:solidFill>
                  <a:srgbClr val="464646"/>
                </a:solidFill>
                <a:latin typeface="Arial"/>
                <a:ea typeface="Arial"/>
                <a:cs typeface="Arial"/>
              </a:defRPr>
            </a:pPr>
            <a:r>
              <a:rPr sz="1500" b="0">
                <a:solidFill>
                  <a:srgbClr val="464646"/>
                </a:solidFill>
                <a:latin typeface="Arial"/>
                <a:ea typeface="Arial"/>
                <a:cs typeface="Arial"/>
              </a:rPr>
              <a:t>Fonte: coleta preliminar. n = respostas informadas; amostra sem representatividade estatística demonstrada.</a:t>
            </a:r>
          </a:p>
        </p:txBody>
      </p:sp>
    </p:spTree>
    <p:extLst>
      <p:ext uri="{BB962C8B-B14F-4D97-AF65-F5344CB8AC3E}">
        <p14:creationId xmlns:p14="http://schemas.microsoft.com/office/powerpoint/2010/main" val="1243845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4" name="Chart">
            <a:extLst xmlns:a="http://schemas.openxmlformats.org/drawingml/2006/main">
              <a:ext uri="{FF2B5EF4-FFF2-40B4-BE49-F238E27FC236}">
                <a16:creationId xmlns:a16="http://schemas.microsoft.com/office/drawing/2014/main" id="{A4A96F17-9430-40AA-99CD-8569612A6233}"/>
              </a:ext>
            </a:extLst>
          </p:cNvPr>
          <p:cNvGraphicFramePr/>
          <p:nvPr/>
        </p:nvGraphicFramePr>
        <p:xfrm>
          <a:off xmlns:a="http://schemas.openxmlformats.org/drawingml/2006/main" x="685800" y="2028825"/>
          <a:ext xmlns:a="http://schemas.openxmlformats.org/drawingml/2006/main" cx="6953250" cy="3333750"/>
        </p:xfrm>
        <a:graphic xmlns:a="http://schemas.openxmlformats.org/drawingml/2006/main">
          <a:graphicData uri="http://schemas.openxmlformats.org/drawingml/2006/chart">
            <c:chart xmlns:r="http://schemas.openxmlformats.org/officeDocument/2006/relationships" xmlns:c="http://schemas.openxmlformats.org/drawingml/2006/chart" r:id="R1327128075ed43d5"/>
          </a:graphicData>
        </a:graphic>
      </p:graphicFrame>
      <p:sp>
        <p:nvSpPr>
          <p:cNvPr id="5" name="title">
            <a:extLst xmlns:a="http://schemas.openxmlformats.org/drawingml/2006/main">
              <a:ext uri="{FF2B5EF4-FFF2-40B4-BE49-F238E27FC236}">
                <a16:creationId xmlns:a16="http://schemas.microsoft.com/office/drawing/2014/main" id="{90CC8777-DE77-4BED-8871-524D0FAE7085}"/>
              </a:ext>
            </a:extLst>
          </p:cNvPr>
          <p:cNvSpPr>
            <a:spLocks xmlns:a="http://schemas.openxmlformats.org/drawingml/2006/main" noGrp="1"/>
          </p:cNvSpPr>
          <p:nvPr/>
        </p:nvSpPr>
        <p:spPr>
          <a:xfrm xmlns:a="http://schemas.openxmlformats.org/drawingml/2006/main">
            <a:off x="685800" y="41910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11111"/>
                </a:solidFill>
                <a:latin typeface="Arial"/>
                <a:ea typeface="Arial"/>
                <a:cs typeface="Arial"/>
              </a:defRPr>
            </a:defPPr>
            <a:lvl1pPr algn="l">
              <a:defRPr sz="3300" b="1">
                <a:solidFill>
                  <a:srgbClr val="111111"/>
                </a:solidFill>
                <a:latin typeface="Arial"/>
                <a:ea typeface="Arial"/>
                <a:cs typeface="Arial"/>
              </a:defRPr>
            </a:lvl1pPr>
            <a:lvl2pPr algn="l">
              <a:defRPr sz="3300" b="1">
                <a:solidFill>
                  <a:srgbClr val="111111"/>
                </a:solidFill>
                <a:latin typeface="Arial"/>
                <a:ea typeface="Arial"/>
                <a:cs typeface="Arial"/>
              </a:defRPr>
            </a:lvl2pPr>
            <a:lvl3pPr algn="l">
              <a:defRPr sz="3300" b="1">
                <a:solidFill>
                  <a:srgbClr val="111111"/>
                </a:solidFill>
                <a:latin typeface="Arial"/>
                <a:ea typeface="Arial"/>
                <a:cs typeface="Arial"/>
              </a:defRPr>
            </a:lvl3pPr>
            <a:lvl4pPr algn="l">
              <a:defRPr sz="3300" b="1">
                <a:solidFill>
                  <a:srgbClr val="111111"/>
                </a:solidFill>
                <a:latin typeface="Arial"/>
                <a:ea typeface="Arial"/>
                <a:cs typeface="Arial"/>
              </a:defRPr>
            </a:lvl4pPr>
            <a:lvl5pPr algn="l">
              <a:defRPr sz="3300" b="1">
                <a:solidFill>
                  <a:srgbClr val="111111"/>
                </a:solidFill>
                <a:latin typeface="Arial"/>
                <a:ea typeface="Arial"/>
                <a:cs typeface="Arial"/>
              </a:defRPr>
            </a:lvl5pPr>
            <a:lvl6pPr algn="l">
              <a:defRPr sz="3300" b="1">
                <a:solidFill>
                  <a:srgbClr val="111111"/>
                </a:solidFill>
                <a:latin typeface="Arial"/>
                <a:ea typeface="Arial"/>
                <a:cs typeface="Arial"/>
              </a:defRPr>
            </a:lvl6pPr>
            <a:lvl7pPr algn="l">
              <a:defRPr sz="3300" b="1">
                <a:solidFill>
                  <a:srgbClr val="111111"/>
                </a:solidFill>
                <a:latin typeface="Arial"/>
                <a:ea typeface="Arial"/>
                <a:cs typeface="Arial"/>
              </a:defRPr>
            </a:lvl7pPr>
            <a:lvl8pPr algn="l">
              <a:defRPr sz="3300" b="1">
                <a:solidFill>
                  <a:srgbClr val="111111"/>
                </a:solidFill>
                <a:latin typeface="Arial"/>
                <a:ea typeface="Arial"/>
                <a:cs typeface="Arial"/>
              </a:defRPr>
            </a:lvl8pPr>
            <a:lvl9pPr algn="l">
              <a:defRPr sz="3300" b="1">
                <a:solidFill>
                  <a:srgbClr val="111111"/>
                </a:solidFill>
                <a:latin typeface="Arial"/>
                <a:ea typeface="Arial"/>
                <a:cs typeface="Arial"/>
              </a:defRPr>
            </a:lvl9pPr>
          </a:lstStyle>
          <a:p xmlns:a="http://schemas.openxmlformats.org/drawingml/2006/main">
            <a:pPr algn="l">
              <a:lnSpc>
                <a:spcPct val="113000"/>
              </a:lnSpc>
              <a:buNone/>
              <a:defRPr sz="3300" b="1">
                <a:solidFill>
                  <a:srgbClr val="111111"/>
                </a:solidFill>
                <a:latin typeface="Arial"/>
                <a:ea typeface="Arial"/>
                <a:cs typeface="Arial"/>
              </a:defRPr>
            </a:pPr>
            <a:r>
              <a:rPr sz="3300" b="1">
                <a:solidFill>
                  <a:srgbClr val="111111"/>
                </a:solidFill>
                <a:latin typeface="Arial"/>
                <a:ea typeface="Arial"/>
                <a:cs typeface="Arial"/>
              </a:rPr>
              <a:t>6 DIAGNÓSTICO PRELIMINAR</a:t>
            </a:r>
          </a:p>
        </p:txBody>
      </p:sp>
      <p:sp>
        <p:nvSpPr>
          <p:cNvPr id="6" name="heading-rule">
            <a:extLst xmlns:a="http://schemas.openxmlformats.org/drawingml/2006/main">
              <a:ext uri="{FF2B5EF4-FFF2-40B4-BE49-F238E27FC236}">
                <a16:creationId xmlns:a16="http://schemas.microsoft.com/office/drawing/2014/main" id="{EF68AD5D-CD5C-453F-B104-CDCA647FA6AF}"/>
              </a:ext>
            </a:extLst>
          </p:cNvPr>
          <p:cNvSpPr>
            <a:spLocks xmlns:a="http://schemas.openxmlformats.org/drawingml/2006/main" noGrp="1"/>
          </p:cNvSpPr>
          <p:nvPr/>
        </p:nvSpPr>
        <p:spPr>
          <a:xfrm xmlns:a="http://schemas.openxmlformats.org/drawingml/2006/main">
            <a:off x="685800" y="1171575"/>
            <a:ext cx="10820400" cy="0"/>
          </a:xfrm>
          <a:prstGeom xmlns:a="http://schemas.openxmlformats.org/drawingml/2006/main" prst="line">
            <a:avLst/>
          </a:prstGeom>
          <a:noFill xmlns:a="http://schemas.openxmlformats.org/drawingml/2006/main"/>
          <a:ln xmlns:a="http://schemas.openxmlformats.org/drawingml/2006/main" w="11430">
            <a:solidFill>
              <a:srgbClr val="AD1115"/>
            </a:solidFill>
            <a:prstDash val="solid"/>
          </a:ln>
        </p:spPr>
      </p:sp>
      <p:sp>
        <p:nvSpPr>
          <p:cNvPr id="7" name="institution-footer">
            <a:extLst xmlns:a="http://schemas.openxmlformats.org/drawingml/2006/main">
              <a:ext uri="{FF2B5EF4-FFF2-40B4-BE49-F238E27FC236}">
                <a16:creationId xmlns:a16="http://schemas.microsoft.com/office/drawing/2014/main" id="{5A99C6C2-DC63-481C-801D-F423C26FCA7F}"/>
              </a:ext>
            </a:extLst>
          </p:cNvPr>
          <p:cNvSpPr>
            <a:spLocks xmlns:a="http://schemas.openxmlformats.org/drawingml/2006/main" noGrp="1"/>
          </p:cNvSpPr>
          <p:nvPr/>
        </p:nvSpPr>
        <p:spPr>
          <a:xfrm xmlns:a="http://schemas.openxmlformats.org/drawingml/2006/main">
            <a:off x="685800" y="654367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64646"/>
                </a:solidFill>
                <a:latin typeface="Arial"/>
                <a:ea typeface="Arial"/>
                <a:cs typeface="Arial"/>
              </a:defRPr>
            </a:defPPr>
            <a:lvl1pPr algn="l">
              <a:defRPr sz="1350" b="0">
                <a:solidFill>
                  <a:srgbClr val="464646"/>
                </a:solidFill>
                <a:latin typeface="Arial"/>
                <a:ea typeface="Arial"/>
                <a:cs typeface="Arial"/>
              </a:defRPr>
            </a:lvl1pPr>
            <a:lvl2pPr algn="l">
              <a:defRPr sz="1350" b="0">
                <a:solidFill>
                  <a:srgbClr val="464646"/>
                </a:solidFill>
                <a:latin typeface="Arial"/>
                <a:ea typeface="Arial"/>
                <a:cs typeface="Arial"/>
              </a:defRPr>
            </a:lvl2pPr>
            <a:lvl3pPr algn="l">
              <a:defRPr sz="1350" b="0">
                <a:solidFill>
                  <a:srgbClr val="464646"/>
                </a:solidFill>
                <a:latin typeface="Arial"/>
                <a:ea typeface="Arial"/>
                <a:cs typeface="Arial"/>
              </a:defRPr>
            </a:lvl3pPr>
            <a:lvl4pPr algn="l">
              <a:defRPr sz="1350" b="0">
                <a:solidFill>
                  <a:srgbClr val="464646"/>
                </a:solidFill>
                <a:latin typeface="Arial"/>
                <a:ea typeface="Arial"/>
                <a:cs typeface="Arial"/>
              </a:defRPr>
            </a:lvl4pPr>
            <a:lvl5pPr algn="l">
              <a:defRPr sz="1350" b="0">
                <a:solidFill>
                  <a:srgbClr val="464646"/>
                </a:solidFill>
                <a:latin typeface="Arial"/>
                <a:ea typeface="Arial"/>
                <a:cs typeface="Arial"/>
              </a:defRPr>
            </a:lvl5pPr>
            <a:lvl6pPr algn="l">
              <a:defRPr sz="1350" b="0">
                <a:solidFill>
                  <a:srgbClr val="464646"/>
                </a:solidFill>
                <a:latin typeface="Arial"/>
                <a:ea typeface="Arial"/>
                <a:cs typeface="Arial"/>
              </a:defRPr>
            </a:lvl6pPr>
            <a:lvl7pPr algn="l">
              <a:defRPr sz="1350" b="0">
                <a:solidFill>
                  <a:srgbClr val="464646"/>
                </a:solidFill>
                <a:latin typeface="Arial"/>
                <a:ea typeface="Arial"/>
                <a:cs typeface="Arial"/>
              </a:defRPr>
            </a:lvl7pPr>
            <a:lvl8pPr algn="l">
              <a:defRPr sz="1350" b="0">
                <a:solidFill>
                  <a:srgbClr val="464646"/>
                </a:solidFill>
                <a:latin typeface="Arial"/>
                <a:ea typeface="Arial"/>
                <a:cs typeface="Arial"/>
              </a:defRPr>
            </a:lvl8pPr>
            <a:lvl9pPr algn="l">
              <a:defRPr sz="1350" b="0">
                <a:solidFill>
                  <a:srgbClr val="464646"/>
                </a:solidFill>
                <a:latin typeface="Arial"/>
                <a:ea typeface="Arial"/>
                <a:cs typeface="Arial"/>
              </a:defRPr>
            </a:lvl9pPr>
          </a:lstStyle>
          <a:p xmlns:a="http://schemas.openxmlformats.org/drawingml/2006/main">
            <a:pPr algn="l">
              <a:lnSpc>
                <a:spcPct val="113000"/>
              </a:lnSpc>
              <a:buNone/>
              <a:defRPr sz="1350" b="0">
                <a:solidFill>
                  <a:srgbClr val="464646"/>
                </a:solidFill>
                <a:latin typeface="Arial"/>
                <a:ea typeface="Arial"/>
                <a:cs typeface="Arial"/>
              </a:defRPr>
            </a:pPr>
            <a:r>
              <a:rPr sz="1350" b="0">
                <a:solidFill>
                  <a:srgbClr val="464646"/>
                </a:solidFill>
                <a:latin typeface="Arial"/>
                <a:ea typeface="Arial"/>
                <a:cs typeface="Arial"/>
              </a:rPr>
              <a:t>Fatec Barueri, Trabalho de Graduação I</a:t>
            </a:r>
          </a:p>
        </p:txBody>
      </p:sp>
      <p:sp>
        <p:nvSpPr>
          <p:cNvPr id="8" name="slide-number">
            <a:extLst xmlns:a="http://schemas.openxmlformats.org/drawingml/2006/main">
              <a:ext uri="{FF2B5EF4-FFF2-40B4-BE49-F238E27FC236}">
                <a16:creationId xmlns:a16="http://schemas.microsoft.com/office/drawing/2014/main" id="{97C5925A-5841-45D8-93DB-CA6882CCBBF1}"/>
              </a:ext>
            </a:extLst>
          </p:cNvPr>
          <p:cNvSpPr>
            <a:spLocks xmlns:a="http://schemas.openxmlformats.org/drawingml/2006/main" noGrp="1"/>
          </p:cNvSpPr>
          <p:nvPr/>
        </p:nvSpPr>
        <p:spPr>
          <a:xfrm xmlns:a="http://schemas.openxmlformats.org/drawingml/2006/main">
            <a:off x="11049000" y="65151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464646"/>
                </a:solidFill>
                <a:latin typeface="Arial"/>
                <a:ea typeface="Arial"/>
                <a:cs typeface="Arial"/>
              </a:defRPr>
            </a:defPPr>
            <a:lvl1pPr algn="r">
              <a:defRPr sz="1500" b="0">
                <a:solidFill>
                  <a:srgbClr val="464646"/>
                </a:solidFill>
                <a:latin typeface="Arial"/>
                <a:ea typeface="Arial"/>
                <a:cs typeface="Arial"/>
              </a:defRPr>
            </a:lvl1pPr>
            <a:lvl2pPr algn="r">
              <a:defRPr sz="1500" b="0">
                <a:solidFill>
                  <a:srgbClr val="464646"/>
                </a:solidFill>
                <a:latin typeface="Arial"/>
                <a:ea typeface="Arial"/>
                <a:cs typeface="Arial"/>
              </a:defRPr>
            </a:lvl2pPr>
            <a:lvl3pPr algn="r">
              <a:defRPr sz="1500" b="0">
                <a:solidFill>
                  <a:srgbClr val="464646"/>
                </a:solidFill>
                <a:latin typeface="Arial"/>
                <a:ea typeface="Arial"/>
                <a:cs typeface="Arial"/>
              </a:defRPr>
            </a:lvl3pPr>
            <a:lvl4pPr algn="r">
              <a:defRPr sz="1500" b="0">
                <a:solidFill>
                  <a:srgbClr val="464646"/>
                </a:solidFill>
                <a:latin typeface="Arial"/>
                <a:ea typeface="Arial"/>
                <a:cs typeface="Arial"/>
              </a:defRPr>
            </a:lvl4pPr>
            <a:lvl5pPr algn="r">
              <a:defRPr sz="1500" b="0">
                <a:solidFill>
                  <a:srgbClr val="464646"/>
                </a:solidFill>
                <a:latin typeface="Arial"/>
                <a:ea typeface="Arial"/>
                <a:cs typeface="Arial"/>
              </a:defRPr>
            </a:lvl5pPr>
            <a:lvl6pPr algn="r">
              <a:defRPr sz="1500" b="0">
                <a:solidFill>
                  <a:srgbClr val="464646"/>
                </a:solidFill>
                <a:latin typeface="Arial"/>
                <a:ea typeface="Arial"/>
                <a:cs typeface="Arial"/>
              </a:defRPr>
            </a:lvl6pPr>
            <a:lvl7pPr algn="r">
              <a:defRPr sz="1500" b="0">
                <a:solidFill>
                  <a:srgbClr val="464646"/>
                </a:solidFill>
                <a:latin typeface="Arial"/>
                <a:ea typeface="Arial"/>
                <a:cs typeface="Arial"/>
              </a:defRPr>
            </a:lvl7pPr>
            <a:lvl8pPr algn="r">
              <a:defRPr sz="1500" b="0">
                <a:solidFill>
                  <a:srgbClr val="464646"/>
                </a:solidFill>
                <a:latin typeface="Arial"/>
                <a:ea typeface="Arial"/>
                <a:cs typeface="Arial"/>
              </a:defRPr>
            </a:lvl8pPr>
            <a:lvl9pPr algn="r">
              <a:defRPr sz="1500" b="0">
                <a:solidFill>
                  <a:srgbClr val="464646"/>
                </a:solidFill>
                <a:latin typeface="Arial"/>
                <a:ea typeface="Arial"/>
                <a:cs typeface="Arial"/>
              </a:defRPr>
            </a:lvl9pPr>
          </a:lstStyle>
          <a:p xmlns:a="http://schemas.openxmlformats.org/drawingml/2006/main">
            <a:pPr algn="r">
              <a:lnSpc>
                <a:spcPct val="113000"/>
              </a:lnSpc>
              <a:buNone/>
              <a:defRPr sz="1500" b="0">
                <a:solidFill>
                  <a:srgbClr val="464646"/>
                </a:solidFill>
                <a:latin typeface="Arial"/>
                <a:ea typeface="Arial"/>
                <a:cs typeface="Arial"/>
              </a:defRPr>
            </a:pPr>
            <a:r>
              <a:rPr sz="1500" b="0">
                <a:solidFill>
                  <a:srgbClr val="464646"/>
                </a:solidFill>
                <a:latin typeface="Arial"/>
                <a:ea typeface="Arial"/>
                <a:cs typeface="Arial"/>
              </a:rPr>
              <a:t>07</a:t>
            </a:r>
          </a:p>
        </p:txBody>
      </p:sp>
      <p:sp>
        <p:nvSpPr>
          <p:cNvPr id="9" name="chart-caption">
            <a:extLst xmlns:a="http://schemas.openxmlformats.org/drawingml/2006/main">
              <a:ext uri="{FF2B5EF4-FFF2-40B4-BE49-F238E27FC236}">
                <a16:creationId xmlns:a16="http://schemas.microsoft.com/office/drawing/2014/main" id="{B80C4EB9-352E-4B55-BD58-8AA1E9D6FA10}"/>
              </a:ext>
            </a:extLst>
          </p:cNvPr>
          <p:cNvSpPr>
            <a:spLocks xmlns:a="http://schemas.openxmlformats.org/drawingml/2006/main" noGrp="1"/>
          </p:cNvSpPr>
          <p:nvPr/>
        </p:nvSpPr>
        <p:spPr>
          <a:xfrm xmlns:a="http://schemas.openxmlformats.org/drawingml/2006/main">
            <a:off x="685800" y="1409700"/>
            <a:ext cx="108204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11111"/>
                </a:solidFill>
                <a:latin typeface="Arial"/>
                <a:ea typeface="Arial"/>
                <a:cs typeface="Arial"/>
              </a:defRPr>
            </a:defPPr>
            <a:lvl1pPr algn="l">
              <a:defRPr sz="1800" b="0">
                <a:solidFill>
                  <a:srgbClr val="111111"/>
                </a:solidFill>
                <a:latin typeface="Arial"/>
                <a:ea typeface="Arial"/>
                <a:cs typeface="Arial"/>
              </a:defRPr>
            </a:lvl1pPr>
            <a:lvl2pPr algn="l">
              <a:defRPr sz="1800" b="0">
                <a:solidFill>
                  <a:srgbClr val="111111"/>
                </a:solidFill>
                <a:latin typeface="Arial"/>
                <a:ea typeface="Arial"/>
                <a:cs typeface="Arial"/>
              </a:defRPr>
            </a:lvl2pPr>
            <a:lvl3pPr algn="l">
              <a:defRPr sz="1800" b="0">
                <a:solidFill>
                  <a:srgbClr val="111111"/>
                </a:solidFill>
                <a:latin typeface="Arial"/>
                <a:ea typeface="Arial"/>
                <a:cs typeface="Arial"/>
              </a:defRPr>
            </a:lvl3pPr>
            <a:lvl4pPr algn="l">
              <a:defRPr sz="1800" b="0">
                <a:solidFill>
                  <a:srgbClr val="111111"/>
                </a:solidFill>
                <a:latin typeface="Arial"/>
                <a:ea typeface="Arial"/>
                <a:cs typeface="Arial"/>
              </a:defRPr>
            </a:lvl4pPr>
            <a:lvl5pPr algn="l">
              <a:defRPr sz="1800" b="0">
                <a:solidFill>
                  <a:srgbClr val="111111"/>
                </a:solidFill>
                <a:latin typeface="Arial"/>
                <a:ea typeface="Arial"/>
                <a:cs typeface="Arial"/>
              </a:defRPr>
            </a:lvl5pPr>
            <a:lvl6pPr algn="l">
              <a:defRPr sz="1800" b="0">
                <a:solidFill>
                  <a:srgbClr val="111111"/>
                </a:solidFill>
                <a:latin typeface="Arial"/>
                <a:ea typeface="Arial"/>
                <a:cs typeface="Arial"/>
              </a:defRPr>
            </a:lvl6pPr>
            <a:lvl7pPr algn="l">
              <a:defRPr sz="1800" b="0">
                <a:solidFill>
                  <a:srgbClr val="111111"/>
                </a:solidFill>
                <a:latin typeface="Arial"/>
                <a:ea typeface="Arial"/>
                <a:cs typeface="Arial"/>
              </a:defRPr>
            </a:lvl7pPr>
            <a:lvl8pPr algn="l">
              <a:defRPr sz="1800" b="0">
                <a:solidFill>
                  <a:srgbClr val="111111"/>
                </a:solidFill>
                <a:latin typeface="Arial"/>
                <a:ea typeface="Arial"/>
                <a:cs typeface="Arial"/>
              </a:defRPr>
            </a:lvl8pPr>
            <a:lvl9pPr algn="l">
              <a:defRPr sz="1800" b="0">
                <a:solidFill>
                  <a:srgbClr val="111111"/>
                </a:solidFill>
                <a:latin typeface="Arial"/>
                <a:ea typeface="Arial"/>
                <a:cs typeface="Arial"/>
              </a:defRPr>
            </a:lvl9pPr>
          </a:lstStyle>
          <a:p xmlns:a="http://schemas.openxmlformats.org/drawingml/2006/main">
            <a:pPr algn="l">
              <a:lnSpc>
                <a:spcPct val="113000"/>
              </a:lnSpc>
              <a:buNone/>
              <a:defRPr sz="1800" b="0">
                <a:solidFill>
                  <a:srgbClr val="111111"/>
                </a:solidFill>
                <a:latin typeface="Arial"/>
                <a:ea typeface="Arial"/>
                <a:cs typeface="Arial"/>
              </a:defRPr>
            </a:pPr>
            <a:r>
              <a:rPr sz="1800" b="0">
                <a:solidFill>
                  <a:srgbClr val="111111"/>
                </a:solidFill>
                <a:latin typeface="Arial"/>
                <a:ea typeface="Arial"/>
                <a:cs typeface="Arial"/>
              </a:rPr>
              <a:t>Gráfico 1 - Ocorrências informadas no resumo dos estudantes</a:t>
            </a:r>
          </a:p>
        </p:txBody>
      </p:sp>
      <p:sp>
        <p:nvSpPr>
          <p:cNvPr id="10" name="reported-heading">
            <a:extLst xmlns:a="http://schemas.openxmlformats.org/drawingml/2006/main">
              <a:ext uri="{FF2B5EF4-FFF2-40B4-BE49-F238E27FC236}">
                <a16:creationId xmlns:a16="http://schemas.microsoft.com/office/drawing/2014/main" id="{E7A1907C-AE7C-4129-81D1-A3A5C967FA7D}"/>
              </a:ext>
            </a:extLst>
          </p:cNvPr>
          <p:cNvSpPr>
            <a:spLocks xmlns:a="http://schemas.openxmlformats.org/drawingml/2006/main" noGrp="1"/>
          </p:cNvSpPr>
          <p:nvPr/>
        </p:nvSpPr>
        <p:spPr>
          <a:xfrm xmlns:a="http://schemas.openxmlformats.org/drawingml/2006/main">
            <a:off x="8229600" y="2057400"/>
            <a:ext cx="3276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11111"/>
                </a:solidFill>
                <a:latin typeface="Arial"/>
                <a:ea typeface="Arial"/>
                <a:cs typeface="Arial"/>
              </a:defRPr>
            </a:defPPr>
            <a:lvl1pPr algn="l">
              <a:defRPr sz="2250" b="1">
                <a:solidFill>
                  <a:srgbClr val="111111"/>
                </a:solidFill>
                <a:latin typeface="Arial"/>
                <a:ea typeface="Arial"/>
                <a:cs typeface="Arial"/>
              </a:defRPr>
            </a:lvl1pPr>
            <a:lvl2pPr algn="l">
              <a:defRPr sz="2250" b="1">
                <a:solidFill>
                  <a:srgbClr val="111111"/>
                </a:solidFill>
                <a:latin typeface="Arial"/>
                <a:ea typeface="Arial"/>
                <a:cs typeface="Arial"/>
              </a:defRPr>
            </a:lvl2pPr>
            <a:lvl3pPr algn="l">
              <a:defRPr sz="2250" b="1">
                <a:solidFill>
                  <a:srgbClr val="111111"/>
                </a:solidFill>
                <a:latin typeface="Arial"/>
                <a:ea typeface="Arial"/>
                <a:cs typeface="Arial"/>
              </a:defRPr>
            </a:lvl3pPr>
            <a:lvl4pPr algn="l">
              <a:defRPr sz="2250" b="1">
                <a:solidFill>
                  <a:srgbClr val="111111"/>
                </a:solidFill>
                <a:latin typeface="Arial"/>
                <a:ea typeface="Arial"/>
                <a:cs typeface="Arial"/>
              </a:defRPr>
            </a:lvl4pPr>
            <a:lvl5pPr algn="l">
              <a:defRPr sz="2250" b="1">
                <a:solidFill>
                  <a:srgbClr val="111111"/>
                </a:solidFill>
                <a:latin typeface="Arial"/>
                <a:ea typeface="Arial"/>
                <a:cs typeface="Arial"/>
              </a:defRPr>
            </a:lvl5pPr>
            <a:lvl6pPr algn="l">
              <a:defRPr sz="2250" b="1">
                <a:solidFill>
                  <a:srgbClr val="111111"/>
                </a:solidFill>
                <a:latin typeface="Arial"/>
                <a:ea typeface="Arial"/>
                <a:cs typeface="Arial"/>
              </a:defRPr>
            </a:lvl6pPr>
            <a:lvl7pPr algn="l">
              <a:defRPr sz="2250" b="1">
                <a:solidFill>
                  <a:srgbClr val="111111"/>
                </a:solidFill>
                <a:latin typeface="Arial"/>
                <a:ea typeface="Arial"/>
                <a:cs typeface="Arial"/>
              </a:defRPr>
            </a:lvl7pPr>
            <a:lvl8pPr algn="l">
              <a:defRPr sz="2250" b="1">
                <a:solidFill>
                  <a:srgbClr val="111111"/>
                </a:solidFill>
                <a:latin typeface="Arial"/>
                <a:ea typeface="Arial"/>
                <a:cs typeface="Arial"/>
              </a:defRPr>
            </a:lvl8pPr>
            <a:lvl9pPr algn="l">
              <a:defRPr sz="2250" b="1">
                <a:solidFill>
                  <a:srgbClr val="111111"/>
                </a:solidFill>
                <a:latin typeface="Arial"/>
                <a:ea typeface="Arial"/>
                <a:cs typeface="Arial"/>
              </a:defRPr>
            </a:lvl9pPr>
          </a:lstStyle>
          <a:p xmlns:a="http://schemas.openxmlformats.org/drawingml/2006/main">
            <a:pPr algn="l">
              <a:lnSpc>
                <a:spcPct val="113000"/>
              </a:lnSpc>
              <a:buNone/>
              <a:defRPr sz="2250" b="1">
                <a:solidFill>
                  <a:srgbClr val="111111"/>
                </a:solidFill>
                <a:latin typeface="Arial"/>
                <a:ea typeface="Arial"/>
                <a:cs typeface="Arial"/>
              </a:defRPr>
            </a:pPr>
            <a:r>
              <a:rPr sz="2250" b="1">
                <a:solidFill>
                  <a:srgbClr val="111111"/>
                </a:solidFill>
                <a:latin typeface="Arial"/>
                <a:ea typeface="Arial"/>
                <a:cs typeface="Arial"/>
              </a:rPr>
              <a:t>Relatos do ambiente</a:t>
            </a:r>
          </a:p>
        </p:txBody>
      </p:sp>
      <p:sp>
        <p:nvSpPr>
          <p:cNvPr id="11" name="reported">
            <a:extLst xmlns:a="http://schemas.openxmlformats.org/drawingml/2006/main">
              <a:ext uri="{FF2B5EF4-FFF2-40B4-BE49-F238E27FC236}">
                <a16:creationId xmlns:a16="http://schemas.microsoft.com/office/drawing/2014/main" id="{AD8E5A06-4028-424D-B718-38FC8BB51FBD}"/>
              </a:ext>
            </a:extLst>
          </p:cNvPr>
          <p:cNvSpPr>
            <a:spLocks xmlns:a="http://schemas.openxmlformats.org/drawingml/2006/main" noGrp="1"/>
          </p:cNvSpPr>
          <p:nvPr/>
        </p:nvSpPr>
        <p:spPr>
          <a:xfrm xmlns:a="http://schemas.openxmlformats.org/drawingml/2006/main">
            <a:off x="8229600" y="2600325"/>
            <a:ext cx="32766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lnSpc>
                <a:spcPct val="113000"/>
              </a:lnSpc>
              <a:buNone/>
              <a:defRPr sz="1950" b="0">
                <a:solidFill>
                  <a:srgbClr val="111111"/>
                </a:solidFill>
                <a:latin typeface="Arial"/>
                <a:ea typeface="Arial"/>
                <a:cs typeface="Arial"/>
              </a:defRPr>
            </a:pPr>
            <a:r>
              <a:rPr sz="1950" b="0">
                <a:solidFill>
                  <a:srgbClr val="111111"/>
                </a:solidFill>
                <a:latin typeface="Arial"/>
                <a:ea typeface="Arial"/>
                <a:cs typeface="Arial"/>
              </a:rPr>
              <a:t>Contas compartilhadas e atendimento verbal constam dos relatos.</a:t>
            </a:r>
          </a:p>
        </p:txBody>
      </p:sp>
      <p:sp>
        <p:nvSpPr>
          <p:cNvPr id="12" name="pending-heading">
            <a:extLst xmlns:a="http://schemas.openxmlformats.org/drawingml/2006/main">
              <a:ext uri="{FF2B5EF4-FFF2-40B4-BE49-F238E27FC236}">
                <a16:creationId xmlns:a16="http://schemas.microsoft.com/office/drawing/2014/main" id="{E390F250-36FD-49F8-9798-6E10936AC392}"/>
              </a:ext>
            </a:extLst>
          </p:cNvPr>
          <p:cNvSpPr>
            <a:spLocks xmlns:a="http://schemas.openxmlformats.org/drawingml/2006/main" noGrp="1"/>
          </p:cNvSpPr>
          <p:nvPr/>
        </p:nvSpPr>
        <p:spPr>
          <a:xfrm xmlns:a="http://schemas.openxmlformats.org/drawingml/2006/main">
            <a:off x="8229600" y="3962400"/>
            <a:ext cx="3276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11111"/>
                </a:solidFill>
                <a:latin typeface="Arial"/>
                <a:ea typeface="Arial"/>
                <a:cs typeface="Arial"/>
              </a:defRPr>
            </a:defPPr>
            <a:lvl1pPr algn="l">
              <a:defRPr sz="2250" b="1">
                <a:solidFill>
                  <a:srgbClr val="111111"/>
                </a:solidFill>
                <a:latin typeface="Arial"/>
                <a:ea typeface="Arial"/>
                <a:cs typeface="Arial"/>
              </a:defRPr>
            </a:lvl1pPr>
            <a:lvl2pPr algn="l">
              <a:defRPr sz="2250" b="1">
                <a:solidFill>
                  <a:srgbClr val="111111"/>
                </a:solidFill>
                <a:latin typeface="Arial"/>
                <a:ea typeface="Arial"/>
                <a:cs typeface="Arial"/>
              </a:defRPr>
            </a:lvl2pPr>
            <a:lvl3pPr algn="l">
              <a:defRPr sz="2250" b="1">
                <a:solidFill>
                  <a:srgbClr val="111111"/>
                </a:solidFill>
                <a:latin typeface="Arial"/>
                <a:ea typeface="Arial"/>
                <a:cs typeface="Arial"/>
              </a:defRPr>
            </a:lvl3pPr>
            <a:lvl4pPr algn="l">
              <a:defRPr sz="2250" b="1">
                <a:solidFill>
                  <a:srgbClr val="111111"/>
                </a:solidFill>
                <a:latin typeface="Arial"/>
                <a:ea typeface="Arial"/>
                <a:cs typeface="Arial"/>
              </a:defRPr>
            </a:lvl4pPr>
            <a:lvl5pPr algn="l">
              <a:defRPr sz="2250" b="1">
                <a:solidFill>
                  <a:srgbClr val="111111"/>
                </a:solidFill>
                <a:latin typeface="Arial"/>
                <a:ea typeface="Arial"/>
                <a:cs typeface="Arial"/>
              </a:defRPr>
            </a:lvl5pPr>
            <a:lvl6pPr algn="l">
              <a:defRPr sz="2250" b="1">
                <a:solidFill>
                  <a:srgbClr val="111111"/>
                </a:solidFill>
                <a:latin typeface="Arial"/>
                <a:ea typeface="Arial"/>
                <a:cs typeface="Arial"/>
              </a:defRPr>
            </a:lvl6pPr>
            <a:lvl7pPr algn="l">
              <a:defRPr sz="2250" b="1">
                <a:solidFill>
                  <a:srgbClr val="111111"/>
                </a:solidFill>
                <a:latin typeface="Arial"/>
                <a:ea typeface="Arial"/>
                <a:cs typeface="Arial"/>
              </a:defRPr>
            </a:lvl7pPr>
            <a:lvl8pPr algn="l">
              <a:defRPr sz="2250" b="1">
                <a:solidFill>
                  <a:srgbClr val="111111"/>
                </a:solidFill>
                <a:latin typeface="Arial"/>
                <a:ea typeface="Arial"/>
                <a:cs typeface="Arial"/>
              </a:defRPr>
            </a:lvl8pPr>
            <a:lvl9pPr algn="l">
              <a:defRPr sz="2250" b="1">
                <a:solidFill>
                  <a:srgbClr val="111111"/>
                </a:solidFill>
                <a:latin typeface="Arial"/>
                <a:ea typeface="Arial"/>
                <a:cs typeface="Arial"/>
              </a:defRPr>
            </a:lvl9pPr>
          </a:lstStyle>
          <a:p xmlns:a="http://schemas.openxmlformats.org/drawingml/2006/main">
            <a:pPr algn="l">
              <a:lnSpc>
                <a:spcPct val="113000"/>
              </a:lnSpc>
              <a:buNone/>
              <a:defRPr sz="2250" b="1">
                <a:solidFill>
                  <a:srgbClr val="111111"/>
                </a:solidFill>
                <a:latin typeface="Arial"/>
                <a:ea typeface="Arial"/>
                <a:cs typeface="Arial"/>
              </a:defRPr>
            </a:pPr>
            <a:r>
              <a:rPr sz="2250" b="1">
                <a:solidFill>
                  <a:srgbClr val="111111"/>
                </a:solidFill>
                <a:latin typeface="Arial"/>
                <a:ea typeface="Arial"/>
                <a:cs typeface="Arial"/>
              </a:rPr>
              <a:t>Pendências técnicas</a:t>
            </a:r>
          </a:p>
        </p:txBody>
      </p:sp>
      <p:sp>
        <p:nvSpPr>
          <p:cNvPr id="13" name="pending">
            <a:extLst xmlns:a="http://schemas.openxmlformats.org/drawingml/2006/main">
              <a:ext uri="{FF2B5EF4-FFF2-40B4-BE49-F238E27FC236}">
                <a16:creationId xmlns:a16="http://schemas.microsoft.com/office/drawing/2014/main" id="{6F428AE3-E2BD-4938-A38B-95D88B994135}"/>
              </a:ext>
            </a:extLst>
          </p:cNvPr>
          <p:cNvSpPr>
            <a:spLocks xmlns:a="http://schemas.openxmlformats.org/drawingml/2006/main" noGrp="1"/>
          </p:cNvSpPr>
          <p:nvPr/>
        </p:nvSpPr>
        <p:spPr>
          <a:xfrm xmlns:a="http://schemas.openxmlformats.org/drawingml/2006/main">
            <a:off x="8229600" y="4514850"/>
            <a:ext cx="32766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11111"/>
                </a:solidFill>
                <a:latin typeface="Arial"/>
                <a:ea typeface="Arial"/>
                <a:cs typeface="Arial"/>
              </a:defRPr>
            </a:defPPr>
            <a:lvl1pPr algn="l">
              <a:defRPr sz="1875" b="0">
                <a:solidFill>
                  <a:srgbClr val="111111"/>
                </a:solidFill>
                <a:latin typeface="Arial"/>
                <a:ea typeface="Arial"/>
                <a:cs typeface="Arial"/>
              </a:defRPr>
            </a:lvl1pPr>
            <a:lvl2pPr algn="l">
              <a:defRPr sz="1875" b="0">
                <a:solidFill>
                  <a:srgbClr val="111111"/>
                </a:solidFill>
                <a:latin typeface="Arial"/>
                <a:ea typeface="Arial"/>
                <a:cs typeface="Arial"/>
              </a:defRPr>
            </a:lvl2pPr>
            <a:lvl3pPr algn="l">
              <a:defRPr sz="1875" b="0">
                <a:solidFill>
                  <a:srgbClr val="111111"/>
                </a:solidFill>
                <a:latin typeface="Arial"/>
                <a:ea typeface="Arial"/>
                <a:cs typeface="Arial"/>
              </a:defRPr>
            </a:lvl3pPr>
            <a:lvl4pPr algn="l">
              <a:defRPr sz="1875" b="0">
                <a:solidFill>
                  <a:srgbClr val="111111"/>
                </a:solidFill>
                <a:latin typeface="Arial"/>
                <a:ea typeface="Arial"/>
                <a:cs typeface="Arial"/>
              </a:defRPr>
            </a:lvl4pPr>
            <a:lvl5pPr algn="l">
              <a:defRPr sz="1875" b="0">
                <a:solidFill>
                  <a:srgbClr val="111111"/>
                </a:solidFill>
                <a:latin typeface="Arial"/>
                <a:ea typeface="Arial"/>
                <a:cs typeface="Arial"/>
              </a:defRPr>
            </a:lvl5pPr>
            <a:lvl6pPr algn="l">
              <a:defRPr sz="1875" b="0">
                <a:solidFill>
                  <a:srgbClr val="111111"/>
                </a:solidFill>
                <a:latin typeface="Arial"/>
                <a:ea typeface="Arial"/>
                <a:cs typeface="Arial"/>
              </a:defRPr>
            </a:lvl6pPr>
            <a:lvl7pPr algn="l">
              <a:defRPr sz="1875" b="0">
                <a:solidFill>
                  <a:srgbClr val="111111"/>
                </a:solidFill>
                <a:latin typeface="Arial"/>
                <a:ea typeface="Arial"/>
                <a:cs typeface="Arial"/>
              </a:defRPr>
            </a:lvl7pPr>
            <a:lvl8pPr algn="l">
              <a:defRPr sz="1875" b="0">
                <a:solidFill>
                  <a:srgbClr val="111111"/>
                </a:solidFill>
                <a:latin typeface="Arial"/>
                <a:ea typeface="Arial"/>
                <a:cs typeface="Arial"/>
              </a:defRPr>
            </a:lvl8pPr>
            <a:lvl9pPr algn="l">
              <a:defRPr sz="1875" b="0">
                <a:solidFill>
                  <a:srgbClr val="111111"/>
                </a:solidFill>
                <a:latin typeface="Arial"/>
                <a:ea typeface="Arial"/>
                <a:cs typeface="Arial"/>
              </a:defRPr>
            </a:lvl9pPr>
          </a:lstStyle>
          <a:p xmlns:a="http://schemas.openxmlformats.org/drawingml/2006/main">
            <a:pPr algn="l">
              <a:lnSpc>
                <a:spcPct val="113000"/>
              </a:lnSpc>
              <a:buNone/>
              <a:defRPr sz="1875" b="0">
                <a:solidFill>
                  <a:srgbClr val="111111"/>
                </a:solidFill>
                <a:latin typeface="Arial"/>
                <a:ea typeface="Arial"/>
                <a:cs typeface="Arial"/>
              </a:defRPr>
            </a:pPr>
            <a:r>
              <a:rPr sz="1875" b="0">
                <a:solidFill>
                  <a:srgbClr val="111111"/>
                </a:solidFill>
                <a:latin typeface="Arial"/>
                <a:ea typeface="Arial"/>
                <a:cs typeface="Arial"/>
              </a:rPr>
              <a:t>Versões do Windows, integração de identidades e restauração das estações.</a:t>
            </a:r>
          </a:p>
        </p:txBody>
      </p:sp>
      <p:sp>
        <p:nvSpPr>
          <p:cNvPr id="14" name="source">
            <a:extLst xmlns:a="http://schemas.openxmlformats.org/drawingml/2006/main">
              <a:ext uri="{FF2B5EF4-FFF2-40B4-BE49-F238E27FC236}">
                <a16:creationId xmlns:a16="http://schemas.microsoft.com/office/drawing/2014/main" id="{10C6113A-BEA9-4B02-AB81-71F00594630C}"/>
              </a:ext>
            </a:extLst>
          </p:cNvPr>
          <p:cNvSpPr>
            <a:spLocks xmlns:a="http://schemas.openxmlformats.org/drawingml/2006/main" noGrp="1"/>
          </p:cNvSpPr>
          <p:nvPr/>
        </p:nvSpPr>
        <p:spPr>
          <a:xfrm xmlns:a="http://schemas.openxmlformats.org/drawingml/2006/main">
            <a:off x="685800" y="5924550"/>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464646"/>
                </a:solidFill>
                <a:latin typeface="Arial"/>
                <a:ea typeface="Arial"/>
                <a:cs typeface="Arial"/>
              </a:defRPr>
            </a:defPPr>
            <a:lvl1pPr algn="l">
              <a:defRPr sz="1500" b="0">
                <a:solidFill>
                  <a:srgbClr val="464646"/>
                </a:solidFill>
                <a:latin typeface="Arial"/>
                <a:ea typeface="Arial"/>
                <a:cs typeface="Arial"/>
              </a:defRPr>
            </a:lvl1pPr>
            <a:lvl2pPr algn="l">
              <a:defRPr sz="1500" b="0">
                <a:solidFill>
                  <a:srgbClr val="464646"/>
                </a:solidFill>
                <a:latin typeface="Arial"/>
                <a:ea typeface="Arial"/>
                <a:cs typeface="Arial"/>
              </a:defRPr>
            </a:lvl2pPr>
            <a:lvl3pPr algn="l">
              <a:defRPr sz="1500" b="0">
                <a:solidFill>
                  <a:srgbClr val="464646"/>
                </a:solidFill>
                <a:latin typeface="Arial"/>
                <a:ea typeface="Arial"/>
                <a:cs typeface="Arial"/>
              </a:defRPr>
            </a:lvl3pPr>
            <a:lvl4pPr algn="l">
              <a:defRPr sz="1500" b="0">
                <a:solidFill>
                  <a:srgbClr val="464646"/>
                </a:solidFill>
                <a:latin typeface="Arial"/>
                <a:ea typeface="Arial"/>
                <a:cs typeface="Arial"/>
              </a:defRPr>
            </a:lvl4pPr>
            <a:lvl5pPr algn="l">
              <a:defRPr sz="1500" b="0">
                <a:solidFill>
                  <a:srgbClr val="464646"/>
                </a:solidFill>
                <a:latin typeface="Arial"/>
                <a:ea typeface="Arial"/>
                <a:cs typeface="Arial"/>
              </a:defRPr>
            </a:lvl5pPr>
            <a:lvl6pPr algn="l">
              <a:defRPr sz="1500" b="0">
                <a:solidFill>
                  <a:srgbClr val="464646"/>
                </a:solidFill>
                <a:latin typeface="Arial"/>
                <a:ea typeface="Arial"/>
                <a:cs typeface="Arial"/>
              </a:defRPr>
            </a:lvl6pPr>
            <a:lvl7pPr algn="l">
              <a:defRPr sz="1500" b="0">
                <a:solidFill>
                  <a:srgbClr val="464646"/>
                </a:solidFill>
                <a:latin typeface="Arial"/>
                <a:ea typeface="Arial"/>
                <a:cs typeface="Arial"/>
              </a:defRPr>
            </a:lvl7pPr>
            <a:lvl8pPr algn="l">
              <a:defRPr sz="1500" b="0">
                <a:solidFill>
                  <a:srgbClr val="464646"/>
                </a:solidFill>
                <a:latin typeface="Arial"/>
                <a:ea typeface="Arial"/>
                <a:cs typeface="Arial"/>
              </a:defRPr>
            </a:lvl8pPr>
            <a:lvl9pPr algn="l">
              <a:defRPr sz="1500" b="0">
                <a:solidFill>
                  <a:srgbClr val="464646"/>
                </a:solidFill>
                <a:latin typeface="Arial"/>
                <a:ea typeface="Arial"/>
                <a:cs typeface="Arial"/>
              </a:defRPr>
            </a:lvl9pPr>
          </a:lstStyle>
          <a:p xmlns:a="http://schemas.openxmlformats.org/drawingml/2006/main">
            <a:pPr algn="l">
              <a:lnSpc>
                <a:spcPct val="105000"/>
              </a:lnSpc>
              <a:buNone/>
              <a:defRPr sz="1500" b="0">
                <a:solidFill>
                  <a:srgbClr val="464646"/>
                </a:solidFill>
                <a:latin typeface="Arial"/>
                <a:ea typeface="Arial"/>
                <a:cs typeface="Arial"/>
              </a:defRPr>
            </a:pPr>
            <a:r>
              <a:rPr sz="1500" b="0">
                <a:solidFill>
                  <a:srgbClr val="464646"/>
                </a:solidFill>
                <a:latin typeface="Arial"/>
                <a:ea typeface="Arial"/>
                <a:cs typeface="Arial"/>
              </a:rPr>
              <a:t>Fonte: resumo preliminar da coleta. Denominadores por questão e causas exigem conferência. Relatos de rede e desempenho não comprovam falhas de autenticação.</a:t>
            </a:r>
          </a:p>
        </p:txBody>
      </p:sp>
    </p:spTree>
    <p:extLst>
      <p:ext uri="{BB962C8B-B14F-4D97-AF65-F5344CB8AC3E}">
        <p14:creationId xmlns:p14="http://schemas.microsoft.com/office/powerpoint/2010/main" val="110978134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D1DFA90F-0525-4916-BBFE-80DA0CEA2C09}"/>
              </a:ext>
            </a:extLst>
          </p:cNvPr>
          <p:cNvSpPr>
            <a:spLocks xmlns:a="http://schemas.openxmlformats.org/drawingml/2006/main" noGrp="1"/>
          </p:cNvSpPr>
          <p:nvPr/>
        </p:nvSpPr>
        <p:spPr>
          <a:xfrm xmlns:a="http://schemas.openxmlformats.org/drawingml/2006/main">
            <a:off x="685800" y="41910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11111"/>
                </a:solidFill>
                <a:latin typeface="Arial"/>
                <a:ea typeface="Arial"/>
                <a:cs typeface="Arial"/>
              </a:defRPr>
            </a:defPPr>
            <a:lvl1pPr algn="l">
              <a:defRPr sz="3300" b="1">
                <a:solidFill>
                  <a:srgbClr val="111111"/>
                </a:solidFill>
                <a:latin typeface="Arial"/>
                <a:ea typeface="Arial"/>
                <a:cs typeface="Arial"/>
              </a:defRPr>
            </a:lvl1pPr>
            <a:lvl2pPr algn="l">
              <a:defRPr sz="3300" b="1">
                <a:solidFill>
                  <a:srgbClr val="111111"/>
                </a:solidFill>
                <a:latin typeface="Arial"/>
                <a:ea typeface="Arial"/>
                <a:cs typeface="Arial"/>
              </a:defRPr>
            </a:lvl2pPr>
            <a:lvl3pPr algn="l">
              <a:defRPr sz="3300" b="1">
                <a:solidFill>
                  <a:srgbClr val="111111"/>
                </a:solidFill>
                <a:latin typeface="Arial"/>
                <a:ea typeface="Arial"/>
                <a:cs typeface="Arial"/>
              </a:defRPr>
            </a:lvl3pPr>
            <a:lvl4pPr algn="l">
              <a:defRPr sz="3300" b="1">
                <a:solidFill>
                  <a:srgbClr val="111111"/>
                </a:solidFill>
                <a:latin typeface="Arial"/>
                <a:ea typeface="Arial"/>
                <a:cs typeface="Arial"/>
              </a:defRPr>
            </a:lvl4pPr>
            <a:lvl5pPr algn="l">
              <a:defRPr sz="3300" b="1">
                <a:solidFill>
                  <a:srgbClr val="111111"/>
                </a:solidFill>
                <a:latin typeface="Arial"/>
                <a:ea typeface="Arial"/>
                <a:cs typeface="Arial"/>
              </a:defRPr>
            </a:lvl5pPr>
            <a:lvl6pPr algn="l">
              <a:defRPr sz="3300" b="1">
                <a:solidFill>
                  <a:srgbClr val="111111"/>
                </a:solidFill>
                <a:latin typeface="Arial"/>
                <a:ea typeface="Arial"/>
                <a:cs typeface="Arial"/>
              </a:defRPr>
            </a:lvl6pPr>
            <a:lvl7pPr algn="l">
              <a:defRPr sz="3300" b="1">
                <a:solidFill>
                  <a:srgbClr val="111111"/>
                </a:solidFill>
                <a:latin typeface="Arial"/>
                <a:ea typeface="Arial"/>
                <a:cs typeface="Arial"/>
              </a:defRPr>
            </a:lvl7pPr>
            <a:lvl8pPr algn="l">
              <a:defRPr sz="3300" b="1">
                <a:solidFill>
                  <a:srgbClr val="111111"/>
                </a:solidFill>
                <a:latin typeface="Arial"/>
                <a:ea typeface="Arial"/>
                <a:cs typeface="Arial"/>
              </a:defRPr>
            </a:lvl8pPr>
            <a:lvl9pPr algn="l">
              <a:defRPr sz="3300" b="1">
                <a:solidFill>
                  <a:srgbClr val="111111"/>
                </a:solidFill>
                <a:latin typeface="Arial"/>
                <a:ea typeface="Arial"/>
                <a:cs typeface="Arial"/>
              </a:defRPr>
            </a:lvl9pPr>
          </a:lstStyle>
          <a:p xmlns:a="http://schemas.openxmlformats.org/drawingml/2006/main">
            <a:pPr algn="l">
              <a:lnSpc>
                <a:spcPct val="113000"/>
              </a:lnSpc>
              <a:buNone/>
              <a:defRPr sz="3300" b="1">
                <a:solidFill>
                  <a:srgbClr val="111111"/>
                </a:solidFill>
                <a:latin typeface="Arial"/>
                <a:ea typeface="Arial"/>
                <a:cs typeface="Arial"/>
              </a:defRPr>
            </a:pPr>
            <a:r>
              <a:rPr sz="3300" b="1">
                <a:solidFill>
                  <a:srgbClr val="111111"/>
                </a:solidFill>
                <a:latin typeface="Arial"/>
                <a:ea typeface="Arial"/>
                <a:cs typeface="Arial"/>
              </a:rPr>
              <a:t>7 REQUISITOS DA PROPOSTA</a:t>
            </a:r>
          </a:p>
        </p:txBody>
      </p:sp>
      <p:sp>
        <p:nvSpPr>
          <p:cNvPr id="2" name="heading-rule">
            <a:extLst xmlns:a="http://schemas.openxmlformats.org/drawingml/2006/main">
              <a:ext uri="{FF2B5EF4-FFF2-40B4-BE49-F238E27FC236}">
                <a16:creationId xmlns:a16="http://schemas.microsoft.com/office/drawing/2014/main" id="{513801E3-7F9C-48A6-9C43-21AC364C964D}"/>
              </a:ext>
            </a:extLst>
          </p:cNvPr>
          <p:cNvSpPr>
            <a:spLocks xmlns:a="http://schemas.openxmlformats.org/drawingml/2006/main" noGrp="1"/>
          </p:cNvSpPr>
          <p:nvPr/>
        </p:nvSpPr>
        <p:spPr>
          <a:xfrm xmlns:a="http://schemas.openxmlformats.org/drawingml/2006/main">
            <a:off x="685800" y="1171575"/>
            <a:ext cx="10820400" cy="0"/>
          </a:xfrm>
          <a:prstGeom xmlns:a="http://schemas.openxmlformats.org/drawingml/2006/main" prst="line">
            <a:avLst/>
          </a:prstGeom>
          <a:noFill xmlns:a="http://schemas.openxmlformats.org/drawingml/2006/main"/>
          <a:ln xmlns:a="http://schemas.openxmlformats.org/drawingml/2006/main" w="11430">
            <a:solidFill>
              <a:srgbClr val="AD1115"/>
            </a:solidFill>
            <a:prstDash val="solid"/>
          </a:ln>
        </p:spPr>
      </p:sp>
      <p:sp>
        <p:nvSpPr>
          <p:cNvPr id="3" name="institution-footer">
            <a:extLst xmlns:a="http://schemas.openxmlformats.org/drawingml/2006/main">
              <a:ext uri="{FF2B5EF4-FFF2-40B4-BE49-F238E27FC236}">
                <a16:creationId xmlns:a16="http://schemas.microsoft.com/office/drawing/2014/main" id="{360B84D5-2ACE-4FDD-9135-6F2E01F61EE4}"/>
              </a:ext>
            </a:extLst>
          </p:cNvPr>
          <p:cNvSpPr>
            <a:spLocks xmlns:a="http://schemas.openxmlformats.org/drawingml/2006/main" noGrp="1"/>
          </p:cNvSpPr>
          <p:nvPr/>
        </p:nvSpPr>
        <p:spPr>
          <a:xfrm xmlns:a="http://schemas.openxmlformats.org/drawingml/2006/main">
            <a:off x="685800" y="654367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64646"/>
                </a:solidFill>
                <a:latin typeface="Arial"/>
                <a:ea typeface="Arial"/>
                <a:cs typeface="Arial"/>
              </a:defRPr>
            </a:defPPr>
            <a:lvl1pPr algn="l">
              <a:defRPr sz="1350" b="0">
                <a:solidFill>
                  <a:srgbClr val="464646"/>
                </a:solidFill>
                <a:latin typeface="Arial"/>
                <a:ea typeface="Arial"/>
                <a:cs typeface="Arial"/>
              </a:defRPr>
            </a:lvl1pPr>
            <a:lvl2pPr algn="l">
              <a:defRPr sz="1350" b="0">
                <a:solidFill>
                  <a:srgbClr val="464646"/>
                </a:solidFill>
                <a:latin typeface="Arial"/>
                <a:ea typeface="Arial"/>
                <a:cs typeface="Arial"/>
              </a:defRPr>
            </a:lvl2pPr>
            <a:lvl3pPr algn="l">
              <a:defRPr sz="1350" b="0">
                <a:solidFill>
                  <a:srgbClr val="464646"/>
                </a:solidFill>
                <a:latin typeface="Arial"/>
                <a:ea typeface="Arial"/>
                <a:cs typeface="Arial"/>
              </a:defRPr>
            </a:lvl3pPr>
            <a:lvl4pPr algn="l">
              <a:defRPr sz="1350" b="0">
                <a:solidFill>
                  <a:srgbClr val="464646"/>
                </a:solidFill>
                <a:latin typeface="Arial"/>
                <a:ea typeface="Arial"/>
                <a:cs typeface="Arial"/>
              </a:defRPr>
            </a:lvl4pPr>
            <a:lvl5pPr algn="l">
              <a:defRPr sz="1350" b="0">
                <a:solidFill>
                  <a:srgbClr val="464646"/>
                </a:solidFill>
                <a:latin typeface="Arial"/>
                <a:ea typeface="Arial"/>
                <a:cs typeface="Arial"/>
              </a:defRPr>
            </a:lvl5pPr>
            <a:lvl6pPr algn="l">
              <a:defRPr sz="1350" b="0">
                <a:solidFill>
                  <a:srgbClr val="464646"/>
                </a:solidFill>
                <a:latin typeface="Arial"/>
                <a:ea typeface="Arial"/>
                <a:cs typeface="Arial"/>
              </a:defRPr>
            </a:lvl6pPr>
            <a:lvl7pPr algn="l">
              <a:defRPr sz="1350" b="0">
                <a:solidFill>
                  <a:srgbClr val="464646"/>
                </a:solidFill>
                <a:latin typeface="Arial"/>
                <a:ea typeface="Arial"/>
                <a:cs typeface="Arial"/>
              </a:defRPr>
            </a:lvl7pPr>
            <a:lvl8pPr algn="l">
              <a:defRPr sz="1350" b="0">
                <a:solidFill>
                  <a:srgbClr val="464646"/>
                </a:solidFill>
                <a:latin typeface="Arial"/>
                <a:ea typeface="Arial"/>
                <a:cs typeface="Arial"/>
              </a:defRPr>
            </a:lvl8pPr>
            <a:lvl9pPr algn="l">
              <a:defRPr sz="1350" b="0">
                <a:solidFill>
                  <a:srgbClr val="464646"/>
                </a:solidFill>
                <a:latin typeface="Arial"/>
                <a:ea typeface="Arial"/>
                <a:cs typeface="Arial"/>
              </a:defRPr>
            </a:lvl9pPr>
          </a:lstStyle>
          <a:p xmlns:a="http://schemas.openxmlformats.org/drawingml/2006/main">
            <a:pPr algn="l">
              <a:lnSpc>
                <a:spcPct val="113000"/>
              </a:lnSpc>
              <a:buNone/>
              <a:defRPr sz="1350" b="0">
                <a:solidFill>
                  <a:srgbClr val="464646"/>
                </a:solidFill>
                <a:latin typeface="Arial"/>
                <a:ea typeface="Arial"/>
                <a:cs typeface="Arial"/>
              </a:defRPr>
            </a:pPr>
            <a:r>
              <a:rPr sz="1350" b="0">
                <a:solidFill>
                  <a:srgbClr val="464646"/>
                </a:solidFill>
                <a:latin typeface="Arial"/>
                <a:ea typeface="Arial"/>
                <a:cs typeface="Arial"/>
              </a:rPr>
              <a:t>Fatec Barueri, Trabalho de Graduação I</a:t>
            </a:r>
          </a:p>
        </p:txBody>
      </p:sp>
      <p:sp>
        <p:nvSpPr>
          <p:cNvPr id="4" name="slide-number">
            <a:extLst xmlns:a="http://schemas.openxmlformats.org/drawingml/2006/main">
              <a:ext uri="{FF2B5EF4-FFF2-40B4-BE49-F238E27FC236}">
                <a16:creationId xmlns:a16="http://schemas.microsoft.com/office/drawing/2014/main" id="{E09B4476-94DA-4EF2-9253-A00BBBF07696}"/>
              </a:ext>
            </a:extLst>
          </p:cNvPr>
          <p:cNvSpPr>
            <a:spLocks xmlns:a="http://schemas.openxmlformats.org/drawingml/2006/main" noGrp="1"/>
          </p:cNvSpPr>
          <p:nvPr/>
        </p:nvSpPr>
        <p:spPr>
          <a:xfrm xmlns:a="http://schemas.openxmlformats.org/drawingml/2006/main">
            <a:off x="11049000" y="65151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464646"/>
                </a:solidFill>
                <a:latin typeface="Arial"/>
                <a:ea typeface="Arial"/>
                <a:cs typeface="Arial"/>
              </a:defRPr>
            </a:defPPr>
            <a:lvl1pPr algn="r">
              <a:defRPr sz="1500" b="0">
                <a:solidFill>
                  <a:srgbClr val="464646"/>
                </a:solidFill>
                <a:latin typeface="Arial"/>
                <a:ea typeface="Arial"/>
                <a:cs typeface="Arial"/>
              </a:defRPr>
            </a:lvl1pPr>
            <a:lvl2pPr algn="r">
              <a:defRPr sz="1500" b="0">
                <a:solidFill>
                  <a:srgbClr val="464646"/>
                </a:solidFill>
                <a:latin typeface="Arial"/>
                <a:ea typeface="Arial"/>
                <a:cs typeface="Arial"/>
              </a:defRPr>
            </a:lvl2pPr>
            <a:lvl3pPr algn="r">
              <a:defRPr sz="1500" b="0">
                <a:solidFill>
                  <a:srgbClr val="464646"/>
                </a:solidFill>
                <a:latin typeface="Arial"/>
                <a:ea typeface="Arial"/>
                <a:cs typeface="Arial"/>
              </a:defRPr>
            </a:lvl3pPr>
            <a:lvl4pPr algn="r">
              <a:defRPr sz="1500" b="0">
                <a:solidFill>
                  <a:srgbClr val="464646"/>
                </a:solidFill>
                <a:latin typeface="Arial"/>
                <a:ea typeface="Arial"/>
                <a:cs typeface="Arial"/>
              </a:defRPr>
            </a:lvl4pPr>
            <a:lvl5pPr algn="r">
              <a:defRPr sz="1500" b="0">
                <a:solidFill>
                  <a:srgbClr val="464646"/>
                </a:solidFill>
                <a:latin typeface="Arial"/>
                <a:ea typeface="Arial"/>
                <a:cs typeface="Arial"/>
              </a:defRPr>
            </a:lvl5pPr>
            <a:lvl6pPr algn="r">
              <a:defRPr sz="1500" b="0">
                <a:solidFill>
                  <a:srgbClr val="464646"/>
                </a:solidFill>
                <a:latin typeface="Arial"/>
                <a:ea typeface="Arial"/>
                <a:cs typeface="Arial"/>
              </a:defRPr>
            </a:lvl6pPr>
            <a:lvl7pPr algn="r">
              <a:defRPr sz="1500" b="0">
                <a:solidFill>
                  <a:srgbClr val="464646"/>
                </a:solidFill>
                <a:latin typeface="Arial"/>
                <a:ea typeface="Arial"/>
                <a:cs typeface="Arial"/>
              </a:defRPr>
            </a:lvl7pPr>
            <a:lvl8pPr algn="r">
              <a:defRPr sz="1500" b="0">
                <a:solidFill>
                  <a:srgbClr val="464646"/>
                </a:solidFill>
                <a:latin typeface="Arial"/>
                <a:ea typeface="Arial"/>
                <a:cs typeface="Arial"/>
              </a:defRPr>
            </a:lvl8pPr>
            <a:lvl9pPr algn="r">
              <a:defRPr sz="1500" b="0">
                <a:solidFill>
                  <a:srgbClr val="464646"/>
                </a:solidFill>
                <a:latin typeface="Arial"/>
                <a:ea typeface="Arial"/>
                <a:cs typeface="Arial"/>
              </a:defRPr>
            </a:lvl9pPr>
          </a:lstStyle>
          <a:p xmlns:a="http://schemas.openxmlformats.org/drawingml/2006/main">
            <a:pPr algn="r">
              <a:lnSpc>
                <a:spcPct val="113000"/>
              </a:lnSpc>
              <a:buNone/>
              <a:defRPr sz="1500" b="0">
                <a:solidFill>
                  <a:srgbClr val="464646"/>
                </a:solidFill>
                <a:latin typeface="Arial"/>
                <a:ea typeface="Arial"/>
                <a:cs typeface="Arial"/>
              </a:defRPr>
            </a:pPr>
            <a:r>
              <a:rPr sz="1500" b="0">
                <a:solidFill>
                  <a:srgbClr val="464646"/>
                </a:solidFill>
                <a:latin typeface="Arial"/>
                <a:ea typeface="Arial"/>
                <a:cs typeface="Arial"/>
              </a:rPr>
              <a:t>08</a:t>
            </a:r>
          </a:p>
        </p:txBody>
      </p:sp>
      <p:sp>
        <p:nvSpPr>
          <p:cNvPr id="5" name="caption">
            <a:extLst xmlns:a="http://schemas.openxmlformats.org/drawingml/2006/main">
              <a:ext uri="{FF2B5EF4-FFF2-40B4-BE49-F238E27FC236}">
                <a16:creationId xmlns:a16="http://schemas.microsoft.com/office/drawing/2014/main" id="{4090DA97-7177-4E64-9D67-F16FA784F9A5}"/>
              </a:ext>
            </a:extLst>
          </p:cNvPr>
          <p:cNvSpPr>
            <a:spLocks xmlns:a="http://schemas.openxmlformats.org/drawingml/2006/main" noGrp="1"/>
          </p:cNvSpPr>
          <p:nvPr/>
        </p:nvSpPr>
        <p:spPr>
          <a:xfrm xmlns:a="http://schemas.openxmlformats.org/drawingml/2006/main">
            <a:off x="685800" y="13906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11111"/>
                </a:solidFill>
                <a:latin typeface="Arial"/>
                <a:ea typeface="Arial"/>
                <a:cs typeface="Arial"/>
              </a:defRPr>
            </a:defPPr>
            <a:lvl1pPr algn="l">
              <a:defRPr sz="1800" b="0">
                <a:solidFill>
                  <a:srgbClr val="111111"/>
                </a:solidFill>
                <a:latin typeface="Arial"/>
                <a:ea typeface="Arial"/>
                <a:cs typeface="Arial"/>
              </a:defRPr>
            </a:lvl1pPr>
            <a:lvl2pPr algn="l">
              <a:defRPr sz="1800" b="0">
                <a:solidFill>
                  <a:srgbClr val="111111"/>
                </a:solidFill>
                <a:latin typeface="Arial"/>
                <a:ea typeface="Arial"/>
                <a:cs typeface="Arial"/>
              </a:defRPr>
            </a:lvl2pPr>
            <a:lvl3pPr algn="l">
              <a:defRPr sz="1800" b="0">
                <a:solidFill>
                  <a:srgbClr val="111111"/>
                </a:solidFill>
                <a:latin typeface="Arial"/>
                <a:ea typeface="Arial"/>
                <a:cs typeface="Arial"/>
              </a:defRPr>
            </a:lvl3pPr>
            <a:lvl4pPr algn="l">
              <a:defRPr sz="1800" b="0">
                <a:solidFill>
                  <a:srgbClr val="111111"/>
                </a:solidFill>
                <a:latin typeface="Arial"/>
                <a:ea typeface="Arial"/>
                <a:cs typeface="Arial"/>
              </a:defRPr>
            </a:lvl4pPr>
            <a:lvl5pPr algn="l">
              <a:defRPr sz="1800" b="0">
                <a:solidFill>
                  <a:srgbClr val="111111"/>
                </a:solidFill>
                <a:latin typeface="Arial"/>
                <a:ea typeface="Arial"/>
                <a:cs typeface="Arial"/>
              </a:defRPr>
            </a:lvl5pPr>
            <a:lvl6pPr algn="l">
              <a:defRPr sz="1800" b="0">
                <a:solidFill>
                  <a:srgbClr val="111111"/>
                </a:solidFill>
                <a:latin typeface="Arial"/>
                <a:ea typeface="Arial"/>
                <a:cs typeface="Arial"/>
              </a:defRPr>
            </a:lvl6pPr>
            <a:lvl7pPr algn="l">
              <a:defRPr sz="1800" b="0">
                <a:solidFill>
                  <a:srgbClr val="111111"/>
                </a:solidFill>
                <a:latin typeface="Arial"/>
                <a:ea typeface="Arial"/>
                <a:cs typeface="Arial"/>
              </a:defRPr>
            </a:lvl7pPr>
            <a:lvl8pPr algn="l">
              <a:defRPr sz="1800" b="0">
                <a:solidFill>
                  <a:srgbClr val="111111"/>
                </a:solidFill>
                <a:latin typeface="Arial"/>
                <a:ea typeface="Arial"/>
                <a:cs typeface="Arial"/>
              </a:defRPr>
            </a:lvl8pPr>
            <a:lvl9pPr algn="l">
              <a:defRPr sz="1800" b="0">
                <a:solidFill>
                  <a:srgbClr val="111111"/>
                </a:solidFill>
                <a:latin typeface="Arial"/>
                <a:ea typeface="Arial"/>
                <a:cs typeface="Arial"/>
              </a:defRPr>
            </a:lvl9pPr>
          </a:lstStyle>
          <a:p xmlns:a="http://schemas.openxmlformats.org/drawingml/2006/main">
            <a:pPr algn="l">
              <a:lnSpc>
                <a:spcPct val="113000"/>
              </a:lnSpc>
              <a:buNone/>
              <a:defRPr sz="1800" b="0">
                <a:solidFill>
                  <a:srgbClr val="111111"/>
                </a:solidFill>
                <a:latin typeface="Arial"/>
                <a:ea typeface="Arial"/>
                <a:cs typeface="Arial"/>
              </a:defRPr>
            </a:pPr>
            <a:r>
              <a:rPr sz="1800" b="0">
                <a:solidFill>
                  <a:srgbClr val="111111"/>
                </a:solidFill>
                <a:latin typeface="Arial"/>
                <a:ea typeface="Arial"/>
                <a:cs typeface="Arial"/>
              </a:rPr>
              <a:t>Quadro 2 - Requisitos funcionais preliminares</a:t>
            </a:r>
          </a:p>
        </p:txBody>
      </p:sp>
      <p:graphicFrame>
        <p:nvGraphicFramePr>
          <p:cNvPr id="6" name="functional-requirements">
            <a:extLst xmlns:a="http://schemas.openxmlformats.org/drawingml/2006/main">
              <a:ext uri="{FF2B5EF4-FFF2-40B4-BE49-F238E27FC236}">
                <a16:creationId xmlns:a16="http://schemas.microsoft.com/office/drawing/2014/main" id="{1E725951-0019-42C8-9BEE-8ED7C065009A}"/>
              </a:ext>
            </a:extLst>
          </p:cNvPr>
          <p:cNvGraphicFramePr/>
          <p:nvPr/>
        </p:nvGraphicFramePr>
        <p:xfrm>
          <a:off xmlns:a="http://schemas.openxmlformats.org/drawingml/2006/main" x="685800" y="1809750"/>
          <a:ext xmlns:a="http://schemas.openxmlformats.org/drawingml/2006/main" cx="10820400" cy="3790950"/>
        </p:xfrm>
        <a:graphic xmlns:a="http://schemas.openxmlformats.org/drawingml/2006/main">
          <a:graphicData uri="http://schemas.openxmlformats.org/drawingml/2006/table">
            <a:tbl>
              <a:tblPr firstRow="1" bandRow="0"/>
              <a:tblGrid>
                <a:gridCol w="1238250"/>
                <a:gridCol w="4286250"/>
                <a:gridCol w="5295900"/>
              </a:tblGrid>
              <a:tr h="457200">
                <a:tc>
                  <a:txBody>
                    <a:bodyPr wrap="square">
                      <a:noAutofit/>
                    </a:bodyPr>
                    <a:lstStyle/>
                    <a:p>
                      <a:pPr>
                        <a:lnSpc>
                          <a:spcPct val="106000"/>
                        </a:lnSpc>
                        <a:buNone/>
                      </a:pPr>
                      <a:r>
                        <a:rPr sz="1800" b="1">
                          <a:solidFill>
                            <a:srgbClr val="111111"/>
                          </a:solidFill>
                          <a:latin typeface="Arial"/>
                          <a:ea typeface="Arial"/>
                          <a:cs typeface="Arial"/>
                        </a:rPr>
                        <a:t>Código</a:t>
                      </a:r>
                    </a:p>
                  </a:txBody>
                  <a:tcPr marL="114300" marR="114300" marT="66675" marB="66675" anchor="ctr">
                    <a:lnL w="6191">
                      <a:solidFill>
                        <a:srgbClr val="A7A7A7"/>
                      </a:solidFill>
                      <a:prstDash val="solid"/>
                    </a:lnL>
                    <a:lnR w="6191">
                      <a:solidFill>
                        <a:srgbClr val="A7A7A7"/>
                      </a:solidFill>
                      <a:prstDash val="solid"/>
                    </a:lnR>
                    <a:lnT w="6191">
                      <a:solidFill>
                        <a:srgbClr val="A7A7A7"/>
                      </a:solidFill>
                      <a:prstDash val="solid"/>
                    </a:lnT>
                    <a:lnB w="6191">
                      <a:solidFill>
                        <a:srgbClr val="A7A7A7"/>
                      </a:solidFill>
                      <a:prstDash val="solid"/>
                    </a:lnB>
                    <a:solidFill>
                      <a:srgbClr val="E8E8E8"/>
                    </a:solidFill>
                  </a:tcPr>
                </a:tc>
                <a:tc>
                  <a:txBody>
                    <a:bodyPr wrap="square">
                      <a:noAutofit/>
                    </a:bodyPr>
                    <a:lstStyle/>
                    <a:p>
                      <a:pPr>
                        <a:lnSpc>
                          <a:spcPct val="106000"/>
                        </a:lnSpc>
                        <a:buNone/>
                      </a:pPr>
                      <a:r>
                        <a:rPr sz="1800" b="1">
                          <a:solidFill>
                            <a:srgbClr val="111111"/>
                          </a:solidFill>
                          <a:latin typeface="Arial"/>
                          <a:ea typeface="Arial"/>
                          <a:cs typeface="Arial"/>
                        </a:rPr>
                        <a:t>Necessidade</a:t>
                      </a:r>
                    </a:p>
                  </a:txBody>
                  <a:tcPr marL="114300" marR="114300" marT="66675" marB="66675" anchor="ctr">
                    <a:lnR w="6191">
                      <a:solidFill>
                        <a:srgbClr val="A7A7A7"/>
                      </a:solidFill>
                      <a:prstDash val="solid"/>
                    </a:lnR>
                    <a:lnT w="6191">
                      <a:solidFill>
                        <a:srgbClr val="A7A7A7"/>
                      </a:solidFill>
                      <a:prstDash val="solid"/>
                    </a:lnT>
                    <a:lnB w="6191">
                      <a:solidFill>
                        <a:srgbClr val="A7A7A7"/>
                      </a:solidFill>
                      <a:prstDash val="solid"/>
                    </a:lnB>
                    <a:solidFill>
                      <a:srgbClr val="E8E8E8"/>
                    </a:solidFill>
                  </a:tcPr>
                </a:tc>
                <a:tc>
                  <a:txBody>
                    <a:bodyPr wrap="square">
                      <a:noAutofit/>
                    </a:bodyPr>
                    <a:lstStyle/>
                    <a:p>
                      <a:pPr>
                        <a:lnSpc>
                          <a:spcPct val="106000"/>
                        </a:lnSpc>
                        <a:buNone/>
                      </a:pPr>
                      <a:r>
                        <a:rPr sz="1800" b="1">
                          <a:solidFill>
                            <a:srgbClr val="111111"/>
                          </a:solidFill>
                          <a:latin typeface="Arial"/>
                          <a:ea typeface="Arial"/>
                          <a:cs typeface="Arial"/>
                        </a:rPr>
                        <a:t>Condição de avaliação</a:t>
                      </a:r>
                    </a:p>
                  </a:txBody>
                  <a:tcPr marL="114300" marR="114300" marT="66675" marB="66675" anchor="ctr">
                    <a:lnR w="6191">
                      <a:solidFill>
                        <a:srgbClr val="A7A7A7"/>
                      </a:solidFill>
                      <a:prstDash val="solid"/>
                    </a:lnR>
                    <a:lnT w="6191">
                      <a:solidFill>
                        <a:srgbClr val="A7A7A7"/>
                      </a:solidFill>
                      <a:prstDash val="solid"/>
                    </a:lnT>
                    <a:lnB w="6191">
                      <a:solidFill>
                        <a:srgbClr val="A7A7A7"/>
                      </a:solidFill>
                      <a:prstDash val="solid"/>
                    </a:lnB>
                    <a:solidFill>
                      <a:srgbClr val="E8E8E8"/>
                    </a:solidFill>
                  </a:tcPr>
                </a:tc>
              </a:tr>
              <a:tr h="666750">
                <a:tc>
                  <a:txBody>
                    <a:bodyPr wrap="square">
                      <a:noAutofit/>
                    </a:bodyPr>
                    <a:lstStyle/>
                    <a:p>
                      <a:pPr>
                        <a:lnSpc>
                          <a:spcPct val="106000"/>
                        </a:lnSpc>
                        <a:buNone/>
                      </a:pPr>
                      <a:r>
                        <a:rPr sz="1800" b="0">
                          <a:solidFill>
                            <a:srgbClr val="111111"/>
                          </a:solidFill>
                          <a:latin typeface="Arial"/>
                          <a:ea typeface="Arial"/>
                          <a:cs typeface="Arial"/>
                        </a:rPr>
                        <a:t>RF01</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800" b="0">
                          <a:solidFill>
                            <a:srgbClr val="111111"/>
                          </a:solidFill>
                          <a:latin typeface="Arial"/>
                          <a:ea typeface="Arial"/>
                          <a:cs typeface="Arial"/>
                        </a:rPr>
                        <a:t>Autenticação individual.</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800" b="0">
                          <a:solidFill>
                            <a:srgbClr val="111111"/>
                          </a:solidFill>
                          <a:latin typeface="Arial"/>
                          <a:ea typeface="Arial"/>
                          <a:cs typeface="Arial"/>
                        </a:rPr>
                        <a:t>Comparar arquiteturas e integração institucional.</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r h="666750">
                <a:tc>
                  <a:txBody>
                    <a:bodyPr wrap="square">
                      <a:noAutofit/>
                    </a:bodyPr>
                    <a:lstStyle/>
                    <a:p>
                      <a:pPr>
                        <a:lnSpc>
                          <a:spcPct val="106000"/>
                        </a:lnSpc>
                        <a:buNone/>
                      </a:pPr>
                      <a:r>
                        <a:rPr sz="1800" b="0">
                          <a:solidFill>
                            <a:srgbClr val="111111"/>
                          </a:solidFill>
                          <a:latin typeface="Arial"/>
                          <a:ea typeface="Arial"/>
                          <a:cs typeface="Arial"/>
                        </a:rPr>
                        <a:t>RF02</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800" b="0">
                          <a:solidFill>
                            <a:srgbClr val="111111"/>
                          </a:solidFill>
                          <a:latin typeface="Arial"/>
                          <a:ea typeface="Arial"/>
                          <a:cs typeface="Arial"/>
                        </a:rPr>
                        <a:t>Atualização de usuários no atendimento.</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800" b="0">
                          <a:solidFill>
                            <a:srgbClr val="111111"/>
                          </a:solidFill>
                          <a:latin typeface="Arial"/>
                          <a:ea typeface="Arial"/>
                          <a:cs typeface="Arial"/>
                        </a:rPr>
                        <a:t>Utilizar fonte institucional autorizada.</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r h="666750">
                <a:tc>
                  <a:txBody>
                    <a:bodyPr wrap="square">
                      <a:noAutofit/>
                    </a:bodyPr>
                    <a:lstStyle/>
                    <a:p>
                      <a:pPr>
                        <a:lnSpc>
                          <a:spcPct val="106000"/>
                        </a:lnSpc>
                        <a:buNone/>
                      </a:pPr>
                      <a:r>
                        <a:rPr sz="1800" b="0">
                          <a:solidFill>
                            <a:srgbClr val="111111"/>
                          </a:solidFill>
                          <a:latin typeface="Arial"/>
                          <a:ea typeface="Arial"/>
                          <a:cs typeface="Arial"/>
                        </a:rPr>
                        <a:t>RF03</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800" b="0">
                          <a:solidFill>
                            <a:srgbClr val="111111"/>
                          </a:solidFill>
                          <a:latin typeface="Arial"/>
                          <a:ea typeface="Arial"/>
                          <a:cs typeface="Arial"/>
                        </a:rPr>
                        <a:t>Associação de usuário, estação e chamado.</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800" b="0">
                          <a:solidFill>
                            <a:srgbClr val="111111"/>
                          </a:solidFill>
                          <a:latin typeface="Arial"/>
                          <a:ea typeface="Arial"/>
                          <a:cs typeface="Arial"/>
                        </a:rPr>
                        <a:t>Verificar o processo de atendimento.</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r h="666750">
                <a:tc>
                  <a:txBody>
                    <a:bodyPr wrap="square">
                      <a:noAutofit/>
                    </a:bodyPr>
                    <a:lstStyle/>
                    <a:p>
                      <a:pPr>
                        <a:lnSpc>
                          <a:spcPct val="106000"/>
                        </a:lnSpc>
                        <a:buNone/>
                      </a:pPr>
                      <a:r>
                        <a:rPr sz="1800" b="0">
                          <a:solidFill>
                            <a:srgbClr val="111111"/>
                          </a:solidFill>
                          <a:latin typeface="Arial"/>
                          <a:ea typeface="Arial"/>
                          <a:cs typeface="Arial"/>
                        </a:rPr>
                        <a:t>RF04</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800" b="0">
                          <a:solidFill>
                            <a:srgbClr val="111111"/>
                          </a:solidFill>
                          <a:latin typeface="Arial"/>
                          <a:ea typeface="Arial"/>
                          <a:cs typeface="Arial"/>
                        </a:rPr>
                        <a:t>Registro de acesso e encerramento.</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800" b="0">
                          <a:solidFill>
                            <a:srgbClr val="111111"/>
                          </a:solidFill>
                          <a:latin typeface="Arial"/>
                          <a:ea typeface="Arial"/>
                          <a:cs typeface="Arial"/>
                        </a:rPr>
                        <a:t>Definir campos, retenção e consulta.</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r h="666750">
                <a:tc>
                  <a:txBody>
                    <a:bodyPr wrap="square">
                      <a:noAutofit/>
                    </a:bodyPr>
                    <a:lstStyle/>
                    <a:p>
                      <a:pPr>
                        <a:lnSpc>
                          <a:spcPct val="106000"/>
                        </a:lnSpc>
                        <a:buNone/>
                      </a:pPr>
                      <a:r>
                        <a:rPr sz="1800" b="0">
                          <a:solidFill>
                            <a:srgbClr val="111111"/>
                          </a:solidFill>
                          <a:latin typeface="Arial"/>
                          <a:ea typeface="Arial"/>
                          <a:cs typeface="Arial"/>
                        </a:rPr>
                        <a:t>RF05</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800" b="0">
                          <a:solidFill>
                            <a:srgbClr val="111111"/>
                          </a:solidFill>
                          <a:latin typeface="Arial"/>
                          <a:ea typeface="Arial"/>
                          <a:cs typeface="Arial"/>
                        </a:rPr>
                        <a:t>Padronização e preservação de arquivos.</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800" b="0">
                          <a:solidFill>
                            <a:srgbClr val="111111"/>
                          </a:solidFill>
                          <a:latin typeface="Arial"/>
                          <a:ea typeface="Arial"/>
                          <a:cs typeface="Arial"/>
                        </a:rPr>
                        <a:t>Justificar necessidades acadêmicas.</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bl>
          </a:graphicData>
        </a:graphic>
      </p:graphicFrame>
      <p:sp>
        <p:nvSpPr>
          <p:cNvPr id="7" name="quality">
            <a:extLst xmlns:a="http://schemas.openxmlformats.org/drawingml/2006/main">
              <a:ext uri="{FF2B5EF4-FFF2-40B4-BE49-F238E27FC236}">
                <a16:creationId xmlns:a16="http://schemas.microsoft.com/office/drawing/2014/main" id="{CB6E1B0F-5B0D-4F47-AA51-D9E1EF7DBBEC}"/>
              </a:ext>
            </a:extLst>
          </p:cNvPr>
          <p:cNvSpPr>
            <a:spLocks xmlns:a="http://schemas.openxmlformats.org/drawingml/2006/main" noGrp="1"/>
          </p:cNvSpPr>
          <p:nvPr/>
        </p:nvSpPr>
        <p:spPr>
          <a:xfrm xmlns:a="http://schemas.openxmlformats.org/drawingml/2006/main">
            <a:off x="685800" y="5810250"/>
            <a:ext cx="108204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11111"/>
                </a:solidFill>
                <a:latin typeface="Arial"/>
                <a:ea typeface="Arial"/>
                <a:cs typeface="Arial"/>
              </a:defRPr>
            </a:defPPr>
            <a:lvl1pPr algn="l">
              <a:defRPr sz="1800" b="0">
                <a:solidFill>
                  <a:srgbClr val="111111"/>
                </a:solidFill>
                <a:latin typeface="Arial"/>
                <a:ea typeface="Arial"/>
                <a:cs typeface="Arial"/>
              </a:defRPr>
            </a:lvl1pPr>
            <a:lvl2pPr algn="l">
              <a:defRPr sz="1800" b="0">
                <a:solidFill>
                  <a:srgbClr val="111111"/>
                </a:solidFill>
                <a:latin typeface="Arial"/>
                <a:ea typeface="Arial"/>
                <a:cs typeface="Arial"/>
              </a:defRPr>
            </a:lvl2pPr>
            <a:lvl3pPr algn="l">
              <a:defRPr sz="1800" b="0">
                <a:solidFill>
                  <a:srgbClr val="111111"/>
                </a:solidFill>
                <a:latin typeface="Arial"/>
                <a:ea typeface="Arial"/>
                <a:cs typeface="Arial"/>
              </a:defRPr>
            </a:lvl3pPr>
            <a:lvl4pPr algn="l">
              <a:defRPr sz="1800" b="0">
                <a:solidFill>
                  <a:srgbClr val="111111"/>
                </a:solidFill>
                <a:latin typeface="Arial"/>
                <a:ea typeface="Arial"/>
                <a:cs typeface="Arial"/>
              </a:defRPr>
            </a:lvl4pPr>
            <a:lvl5pPr algn="l">
              <a:defRPr sz="1800" b="0">
                <a:solidFill>
                  <a:srgbClr val="111111"/>
                </a:solidFill>
                <a:latin typeface="Arial"/>
                <a:ea typeface="Arial"/>
                <a:cs typeface="Arial"/>
              </a:defRPr>
            </a:lvl5pPr>
            <a:lvl6pPr algn="l">
              <a:defRPr sz="1800" b="0">
                <a:solidFill>
                  <a:srgbClr val="111111"/>
                </a:solidFill>
                <a:latin typeface="Arial"/>
                <a:ea typeface="Arial"/>
                <a:cs typeface="Arial"/>
              </a:defRPr>
            </a:lvl6pPr>
            <a:lvl7pPr algn="l">
              <a:defRPr sz="1800" b="0">
                <a:solidFill>
                  <a:srgbClr val="111111"/>
                </a:solidFill>
                <a:latin typeface="Arial"/>
                <a:ea typeface="Arial"/>
                <a:cs typeface="Arial"/>
              </a:defRPr>
            </a:lvl7pPr>
            <a:lvl8pPr algn="l">
              <a:defRPr sz="1800" b="0">
                <a:solidFill>
                  <a:srgbClr val="111111"/>
                </a:solidFill>
                <a:latin typeface="Arial"/>
                <a:ea typeface="Arial"/>
                <a:cs typeface="Arial"/>
              </a:defRPr>
            </a:lvl8pPr>
            <a:lvl9pPr algn="l">
              <a:defRPr sz="1800" b="0">
                <a:solidFill>
                  <a:srgbClr val="111111"/>
                </a:solidFill>
                <a:latin typeface="Arial"/>
                <a:ea typeface="Arial"/>
                <a:cs typeface="Arial"/>
              </a:defRPr>
            </a:lvl9pPr>
          </a:lstStyle>
          <a:p xmlns:a="http://schemas.openxmlformats.org/drawingml/2006/main">
            <a:pPr algn="l">
              <a:lnSpc>
                <a:spcPct val="113000"/>
              </a:lnSpc>
              <a:buNone/>
              <a:defRPr sz="1800" b="0">
                <a:solidFill>
                  <a:srgbClr val="111111"/>
                </a:solidFill>
                <a:latin typeface="Arial"/>
                <a:ea typeface="Arial"/>
                <a:cs typeface="Arial"/>
              </a:defRPr>
            </a:pPr>
            <a:r>
              <a:rPr sz="1800" b="0">
                <a:solidFill>
                  <a:srgbClr val="111111"/>
                </a:solidFill>
                <a:latin typeface="Arial"/>
                <a:ea typeface="Arial"/>
                <a:cs typeface="Arial"/>
              </a:rPr>
              <a:t>Metas de 30 segundos e 99,5% exigem justificativa, linha de base e testes.</a:t>
            </a:r>
          </a:p>
        </p:txBody>
      </p:sp>
      <p:sp>
        <p:nvSpPr>
          <p:cNvPr id="8" name="source">
            <a:extLst xmlns:a="http://schemas.openxmlformats.org/drawingml/2006/main">
              <a:ext uri="{FF2B5EF4-FFF2-40B4-BE49-F238E27FC236}">
                <a16:creationId xmlns:a16="http://schemas.microsoft.com/office/drawing/2014/main" id="{CB184D9E-E13C-4D6B-95B6-08DEADF639BA}"/>
              </a:ext>
            </a:extLst>
          </p:cNvPr>
          <p:cNvSpPr>
            <a:spLocks xmlns:a="http://schemas.openxmlformats.org/drawingml/2006/main" noGrp="1"/>
          </p:cNvSpPr>
          <p:nvPr/>
        </p:nvSpPr>
        <p:spPr>
          <a:xfrm xmlns:a="http://schemas.openxmlformats.org/drawingml/2006/main">
            <a:off x="685800" y="6200775"/>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464646"/>
                </a:solidFill>
                <a:latin typeface="Arial"/>
                <a:ea typeface="Arial"/>
                <a:cs typeface="Arial"/>
              </a:defRPr>
            </a:defPPr>
            <a:lvl1pPr algn="l">
              <a:defRPr sz="1500" b="0">
                <a:solidFill>
                  <a:srgbClr val="464646"/>
                </a:solidFill>
                <a:latin typeface="Arial"/>
                <a:ea typeface="Arial"/>
                <a:cs typeface="Arial"/>
              </a:defRPr>
            </a:lvl1pPr>
            <a:lvl2pPr algn="l">
              <a:defRPr sz="1500" b="0">
                <a:solidFill>
                  <a:srgbClr val="464646"/>
                </a:solidFill>
                <a:latin typeface="Arial"/>
                <a:ea typeface="Arial"/>
                <a:cs typeface="Arial"/>
              </a:defRPr>
            </a:lvl2pPr>
            <a:lvl3pPr algn="l">
              <a:defRPr sz="1500" b="0">
                <a:solidFill>
                  <a:srgbClr val="464646"/>
                </a:solidFill>
                <a:latin typeface="Arial"/>
                <a:ea typeface="Arial"/>
                <a:cs typeface="Arial"/>
              </a:defRPr>
            </a:lvl3pPr>
            <a:lvl4pPr algn="l">
              <a:defRPr sz="1500" b="0">
                <a:solidFill>
                  <a:srgbClr val="464646"/>
                </a:solidFill>
                <a:latin typeface="Arial"/>
                <a:ea typeface="Arial"/>
                <a:cs typeface="Arial"/>
              </a:defRPr>
            </a:lvl4pPr>
            <a:lvl5pPr algn="l">
              <a:defRPr sz="1500" b="0">
                <a:solidFill>
                  <a:srgbClr val="464646"/>
                </a:solidFill>
                <a:latin typeface="Arial"/>
                <a:ea typeface="Arial"/>
                <a:cs typeface="Arial"/>
              </a:defRPr>
            </a:lvl5pPr>
            <a:lvl6pPr algn="l">
              <a:defRPr sz="1500" b="0">
                <a:solidFill>
                  <a:srgbClr val="464646"/>
                </a:solidFill>
                <a:latin typeface="Arial"/>
                <a:ea typeface="Arial"/>
                <a:cs typeface="Arial"/>
              </a:defRPr>
            </a:lvl6pPr>
            <a:lvl7pPr algn="l">
              <a:defRPr sz="1500" b="0">
                <a:solidFill>
                  <a:srgbClr val="464646"/>
                </a:solidFill>
                <a:latin typeface="Arial"/>
                <a:ea typeface="Arial"/>
                <a:cs typeface="Arial"/>
              </a:defRPr>
            </a:lvl7pPr>
            <a:lvl8pPr algn="l">
              <a:defRPr sz="1500" b="0">
                <a:solidFill>
                  <a:srgbClr val="464646"/>
                </a:solidFill>
                <a:latin typeface="Arial"/>
                <a:ea typeface="Arial"/>
                <a:cs typeface="Arial"/>
              </a:defRPr>
            </a:lvl8pPr>
            <a:lvl9pPr algn="l">
              <a:defRPr sz="1500" b="0">
                <a:solidFill>
                  <a:srgbClr val="464646"/>
                </a:solidFill>
                <a:latin typeface="Arial"/>
                <a:ea typeface="Arial"/>
                <a:cs typeface="Arial"/>
              </a:defRPr>
            </a:lvl9pPr>
          </a:lstStyle>
          <a:p xmlns:a="http://schemas.openxmlformats.org/drawingml/2006/main">
            <a:pPr algn="l">
              <a:lnSpc>
                <a:spcPct val="105000"/>
              </a:lnSpc>
              <a:buNone/>
              <a:defRPr sz="1500" b="0">
                <a:solidFill>
                  <a:srgbClr val="464646"/>
                </a:solidFill>
                <a:latin typeface="Arial"/>
                <a:ea typeface="Arial"/>
                <a:cs typeface="Arial"/>
              </a:defRPr>
            </a:pPr>
            <a:r>
              <a:rPr sz="1500" b="0">
                <a:solidFill>
                  <a:srgbClr val="464646"/>
                </a:solidFill>
                <a:latin typeface="Arial"/>
                <a:ea typeface="Arial"/>
                <a:cs typeface="Arial"/>
              </a:rPr>
              <a:t>Fonte: elaboração própria a partir dos requisitos fornecidos.</a:t>
            </a:r>
          </a:p>
        </p:txBody>
      </p:sp>
    </p:spTree>
    <p:extLst>
      <p:ext uri="{BB962C8B-B14F-4D97-AF65-F5344CB8AC3E}">
        <p14:creationId xmlns:p14="http://schemas.microsoft.com/office/powerpoint/2010/main" val="134413897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9B19F52D-59F7-4346-8B2F-694E3ADE671A}"/>
              </a:ext>
            </a:extLst>
          </p:cNvPr>
          <p:cNvSpPr>
            <a:spLocks xmlns:a="http://schemas.openxmlformats.org/drawingml/2006/main" noGrp="1"/>
          </p:cNvSpPr>
          <p:nvPr/>
        </p:nvSpPr>
        <p:spPr>
          <a:xfrm xmlns:a="http://schemas.openxmlformats.org/drawingml/2006/main">
            <a:off x="685800" y="41910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11111"/>
                </a:solidFill>
                <a:latin typeface="Arial"/>
                <a:ea typeface="Arial"/>
                <a:cs typeface="Arial"/>
              </a:defRPr>
            </a:defPPr>
            <a:lvl1pPr algn="l">
              <a:defRPr sz="3300" b="1">
                <a:solidFill>
                  <a:srgbClr val="111111"/>
                </a:solidFill>
                <a:latin typeface="Arial"/>
                <a:ea typeface="Arial"/>
                <a:cs typeface="Arial"/>
              </a:defRPr>
            </a:lvl1pPr>
            <a:lvl2pPr algn="l">
              <a:defRPr sz="3300" b="1">
                <a:solidFill>
                  <a:srgbClr val="111111"/>
                </a:solidFill>
                <a:latin typeface="Arial"/>
                <a:ea typeface="Arial"/>
                <a:cs typeface="Arial"/>
              </a:defRPr>
            </a:lvl2pPr>
            <a:lvl3pPr algn="l">
              <a:defRPr sz="3300" b="1">
                <a:solidFill>
                  <a:srgbClr val="111111"/>
                </a:solidFill>
                <a:latin typeface="Arial"/>
                <a:ea typeface="Arial"/>
                <a:cs typeface="Arial"/>
              </a:defRPr>
            </a:lvl3pPr>
            <a:lvl4pPr algn="l">
              <a:defRPr sz="3300" b="1">
                <a:solidFill>
                  <a:srgbClr val="111111"/>
                </a:solidFill>
                <a:latin typeface="Arial"/>
                <a:ea typeface="Arial"/>
                <a:cs typeface="Arial"/>
              </a:defRPr>
            </a:lvl4pPr>
            <a:lvl5pPr algn="l">
              <a:defRPr sz="3300" b="1">
                <a:solidFill>
                  <a:srgbClr val="111111"/>
                </a:solidFill>
                <a:latin typeface="Arial"/>
                <a:ea typeface="Arial"/>
                <a:cs typeface="Arial"/>
              </a:defRPr>
            </a:lvl5pPr>
            <a:lvl6pPr algn="l">
              <a:defRPr sz="3300" b="1">
                <a:solidFill>
                  <a:srgbClr val="111111"/>
                </a:solidFill>
                <a:latin typeface="Arial"/>
                <a:ea typeface="Arial"/>
                <a:cs typeface="Arial"/>
              </a:defRPr>
            </a:lvl6pPr>
            <a:lvl7pPr algn="l">
              <a:defRPr sz="3300" b="1">
                <a:solidFill>
                  <a:srgbClr val="111111"/>
                </a:solidFill>
                <a:latin typeface="Arial"/>
                <a:ea typeface="Arial"/>
                <a:cs typeface="Arial"/>
              </a:defRPr>
            </a:lvl7pPr>
            <a:lvl8pPr algn="l">
              <a:defRPr sz="3300" b="1">
                <a:solidFill>
                  <a:srgbClr val="111111"/>
                </a:solidFill>
                <a:latin typeface="Arial"/>
                <a:ea typeface="Arial"/>
                <a:cs typeface="Arial"/>
              </a:defRPr>
            </a:lvl8pPr>
            <a:lvl9pPr algn="l">
              <a:defRPr sz="3300" b="1">
                <a:solidFill>
                  <a:srgbClr val="111111"/>
                </a:solidFill>
                <a:latin typeface="Arial"/>
                <a:ea typeface="Arial"/>
                <a:cs typeface="Arial"/>
              </a:defRPr>
            </a:lvl9pPr>
          </a:lstStyle>
          <a:p xmlns:a="http://schemas.openxmlformats.org/drawingml/2006/main">
            <a:pPr algn="l">
              <a:lnSpc>
                <a:spcPct val="113000"/>
              </a:lnSpc>
              <a:buNone/>
              <a:defRPr sz="3300" b="1">
                <a:solidFill>
                  <a:srgbClr val="111111"/>
                </a:solidFill>
                <a:latin typeface="Arial"/>
                <a:ea typeface="Arial"/>
                <a:cs typeface="Arial"/>
              </a:defRPr>
            </a:pPr>
            <a:r>
              <a:rPr sz="3300" b="1">
                <a:solidFill>
                  <a:srgbClr val="111111"/>
                </a:solidFill>
                <a:latin typeface="Arial"/>
                <a:ea typeface="Arial"/>
                <a:cs typeface="Arial"/>
              </a:rPr>
              <a:t>8 ANÁLISE DAS ALTERNATIVAS</a:t>
            </a:r>
          </a:p>
        </p:txBody>
      </p:sp>
      <p:sp>
        <p:nvSpPr>
          <p:cNvPr id="2" name="heading-rule">
            <a:extLst xmlns:a="http://schemas.openxmlformats.org/drawingml/2006/main">
              <a:ext uri="{FF2B5EF4-FFF2-40B4-BE49-F238E27FC236}">
                <a16:creationId xmlns:a16="http://schemas.microsoft.com/office/drawing/2014/main" id="{88E9B292-32F9-440D-AD5D-9A78D70B17EF}"/>
              </a:ext>
            </a:extLst>
          </p:cNvPr>
          <p:cNvSpPr>
            <a:spLocks xmlns:a="http://schemas.openxmlformats.org/drawingml/2006/main" noGrp="1"/>
          </p:cNvSpPr>
          <p:nvPr/>
        </p:nvSpPr>
        <p:spPr>
          <a:xfrm xmlns:a="http://schemas.openxmlformats.org/drawingml/2006/main">
            <a:off x="685800" y="1171575"/>
            <a:ext cx="10820400" cy="0"/>
          </a:xfrm>
          <a:prstGeom xmlns:a="http://schemas.openxmlformats.org/drawingml/2006/main" prst="line">
            <a:avLst/>
          </a:prstGeom>
          <a:noFill xmlns:a="http://schemas.openxmlformats.org/drawingml/2006/main"/>
          <a:ln xmlns:a="http://schemas.openxmlformats.org/drawingml/2006/main" w="11430">
            <a:solidFill>
              <a:srgbClr val="AD1115"/>
            </a:solidFill>
            <a:prstDash val="solid"/>
          </a:ln>
        </p:spPr>
      </p:sp>
      <p:sp>
        <p:nvSpPr>
          <p:cNvPr id="3" name="institution-footer">
            <a:extLst xmlns:a="http://schemas.openxmlformats.org/drawingml/2006/main">
              <a:ext uri="{FF2B5EF4-FFF2-40B4-BE49-F238E27FC236}">
                <a16:creationId xmlns:a16="http://schemas.microsoft.com/office/drawing/2014/main" id="{9344907B-E2D8-4D32-871E-E3BAB5266DCA}"/>
              </a:ext>
            </a:extLst>
          </p:cNvPr>
          <p:cNvSpPr>
            <a:spLocks xmlns:a="http://schemas.openxmlformats.org/drawingml/2006/main" noGrp="1"/>
          </p:cNvSpPr>
          <p:nvPr/>
        </p:nvSpPr>
        <p:spPr>
          <a:xfrm xmlns:a="http://schemas.openxmlformats.org/drawingml/2006/main">
            <a:off x="685800" y="654367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64646"/>
                </a:solidFill>
                <a:latin typeface="Arial"/>
                <a:ea typeface="Arial"/>
                <a:cs typeface="Arial"/>
              </a:defRPr>
            </a:defPPr>
            <a:lvl1pPr algn="l">
              <a:defRPr sz="1350" b="0">
                <a:solidFill>
                  <a:srgbClr val="464646"/>
                </a:solidFill>
                <a:latin typeface="Arial"/>
                <a:ea typeface="Arial"/>
                <a:cs typeface="Arial"/>
              </a:defRPr>
            </a:lvl1pPr>
            <a:lvl2pPr algn="l">
              <a:defRPr sz="1350" b="0">
                <a:solidFill>
                  <a:srgbClr val="464646"/>
                </a:solidFill>
                <a:latin typeface="Arial"/>
                <a:ea typeface="Arial"/>
                <a:cs typeface="Arial"/>
              </a:defRPr>
            </a:lvl2pPr>
            <a:lvl3pPr algn="l">
              <a:defRPr sz="1350" b="0">
                <a:solidFill>
                  <a:srgbClr val="464646"/>
                </a:solidFill>
                <a:latin typeface="Arial"/>
                <a:ea typeface="Arial"/>
                <a:cs typeface="Arial"/>
              </a:defRPr>
            </a:lvl3pPr>
            <a:lvl4pPr algn="l">
              <a:defRPr sz="1350" b="0">
                <a:solidFill>
                  <a:srgbClr val="464646"/>
                </a:solidFill>
                <a:latin typeface="Arial"/>
                <a:ea typeface="Arial"/>
                <a:cs typeface="Arial"/>
              </a:defRPr>
            </a:lvl4pPr>
            <a:lvl5pPr algn="l">
              <a:defRPr sz="1350" b="0">
                <a:solidFill>
                  <a:srgbClr val="464646"/>
                </a:solidFill>
                <a:latin typeface="Arial"/>
                <a:ea typeface="Arial"/>
                <a:cs typeface="Arial"/>
              </a:defRPr>
            </a:lvl5pPr>
            <a:lvl6pPr algn="l">
              <a:defRPr sz="1350" b="0">
                <a:solidFill>
                  <a:srgbClr val="464646"/>
                </a:solidFill>
                <a:latin typeface="Arial"/>
                <a:ea typeface="Arial"/>
                <a:cs typeface="Arial"/>
              </a:defRPr>
            </a:lvl6pPr>
            <a:lvl7pPr algn="l">
              <a:defRPr sz="1350" b="0">
                <a:solidFill>
                  <a:srgbClr val="464646"/>
                </a:solidFill>
                <a:latin typeface="Arial"/>
                <a:ea typeface="Arial"/>
                <a:cs typeface="Arial"/>
              </a:defRPr>
            </a:lvl7pPr>
            <a:lvl8pPr algn="l">
              <a:defRPr sz="1350" b="0">
                <a:solidFill>
                  <a:srgbClr val="464646"/>
                </a:solidFill>
                <a:latin typeface="Arial"/>
                <a:ea typeface="Arial"/>
                <a:cs typeface="Arial"/>
              </a:defRPr>
            </a:lvl8pPr>
            <a:lvl9pPr algn="l">
              <a:defRPr sz="1350" b="0">
                <a:solidFill>
                  <a:srgbClr val="464646"/>
                </a:solidFill>
                <a:latin typeface="Arial"/>
                <a:ea typeface="Arial"/>
                <a:cs typeface="Arial"/>
              </a:defRPr>
            </a:lvl9pPr>
          </a:lstStyle>
          <a:p xmlns:a="http://schemas.openxmlformats.org/drawingml/2006/main">
            <a:pPr algn="l">
              <a:lnSpc>
                <a:spcPct val="113000"/>
              </a:lnSpc>
              <a:buNone/>
              <a:defRPr sz="1350" b="0">
                <a:solidFill>
                  <a:srgbClr val="464646"/>
                </a:solidFill>
                <a:latin typeface="Arial"/>
                <a:ea typeface="Arial"/>
                <a:cs typeface="Arial"/>
              </a:defRPr>
            </a:pPr>
            <a:r>
              <a:rPr sz="1350" b="0">
                <a:solidFill>
                  <a:srgbClr val="464646"/>
                </a:solidFill>
                <a:latin typeface="Arial"/>
                <a:ea typeface="Arial"/>
                <a:cs typeface="Arial"/>
              </a:rPr>
              <a:t>Fatec Barueri, Trabalho de Graduação I</a:t>
            </a:r>
          </a:p>
        </p:txBody>
      </p:sp>
      <p:sp>
        <p:nvSpPr>
          <p:cNvPr id="4" name="slide-number">
            <a:extLst xmlns:a="http://schemas.openxmlformats.org/drawingml/2006/main">
              <a:ext uri="{FF2B5EF4-FFF2-40B4-BE49-F238E27FC236}">
                <a16:creationId xmlns:a16="http://schemas.microsoft.com/office/drawing/2014/main" id="{555F6F60-225F-4DB3-B78E-481F35B9711B}"/>
              </a:ext>
            </a:extLst>
          </p:cNvPr>
          <p:cNvSpPr>
            <a:spLocks xmlns:a="http://schemas.openxmlformats.org/drawingml/2006/main" noGrp="1"/>
          </p:cNvSpPr>
          <p:nvPr/>
        </p:nvSpPr>
        <p:spPr>
          <a:xfrm xmlns:a="http://schemas.openxmlformats.org/drawingml/2006/main">
            <a:off x="11049000" y="65151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464646"/>
                </a:solidFill>
                <a:latin typeface="Arial"/>
                <a:ea typeface="Arial"/>
                <a:cs typeface="Arial"/>
              </a:defRPr>
            </a:defPPr>
            <a:lvl1pPr algn="r">
              <a:defRPr sz="1500" b="0">
                <a:solidFill>
                  <a:srgbClr val="464646"/>
                </a:solidFill>
                <a:latin typeface="Arial"/>
                <a:ea typeface="Arial"/>
                <a:cs typeface="Arial"/>
              </a:defRPr>
            </a:lvl1pPr>
            <a:lvl2pPr algn="r">
              <a:defRPr sz="1500" b="0">
                <a:solidFill>
                  <a:srgbClr val="464646"/>
                </a:solidFill>
                <a:latin typeface="Arial"/>
                <a:ea typeface="Arial"/>
                <a:cs typeface="Arial"/>
              </a:defRPr>
            </a:lvl2pPr>
            <a:lvl3pPr algn="r">
              <a:defRPr sz="1500" b="0">
                <a:solidFill>
                  <a:srgbClr val="464646"/>
                </a:solidFill>
                <a:latin typeface="Arial"/>
                <a:ea typeface="Arial"/>
                <a:cs typeface="Arial"/>
              </a:defRPr>
            </a:lvl3pPr>
            <a:lvl4pPr algn="r">
              <a:defRPr sz="1500" b="0">
                <a:solidFill>
                  <a:srgbClr val="464646"/>
                </a:solidFill>
                <a:latin typeface="Arial"/>
                <a:ea typeface="Arial"/>
                <a:cs typeface="Arial"/>
              </a:defRPr>
            </a:lvl4pPr>
            <a:lvl5pPr algn="r">
              <a:defRPr sz="1500" b="0">
                <a:solidFill>
                  <a:srgbClr val="464646"/>
                </a:solidFill>
                <a:latin typeface="Arial"/>
                <a:ea typeface="Arial"/>
                <a:cs typeface="Arial"/>
              </a:defRPr>
            </a:lvl5pPr>
            <a:lvl6pPr algn="r">
              <a:defRPr sz="1500" b="0">
                <a:solidFill>
                  <a:srgbClr val="464646"/>
                </a:solidFill>
                <a:latin typeface="Arial"/>
                <a:ea typeface="Arial"/>
                <a:cs typeface="Arial"/>
              </a:defRPr>
            </a:lvl6pPr>
            <a:lvl7pPr algn="r">
              <a:defRPr sz="1500" b="0">
                <a:solidFill>
                  <a:srgbClr val="464646"/>
                </a:solidFill>
                <a:latin typeface="Arial"/>
                <a:ea typeface="Arial"/>
                <a:cs typeface="Arial"/>
              </a:defRPr>
            </a:lvl7pPr>
            <a:lvl8pPr algn="r">
              <a:defRPr sz="1500" b="0">
                <a:solidFill>
                  <a:srgbClr val="464646"/>
                </a:solidFill>
                <a:latin typeface="Arial"/>
                <a:ea typeface="Arial"/>
                <a:cs typeface="Arial"/>
              </a:defRPr>
            </a:lvl8pPr>
            <a:lvl9pPr algn="r">
              <a:defRPr sz="1500" b="0">
                <a:solidFill>
                  <a:srgbClr val="464646"/>
                </a:solidFill>
                <a:latin typeface="Arial"/>
                <a:ea typeface="Arial"/>
                <a:cs typeface="Arial"/>
              </a:defRPr>
            </a:lvl9pPr>
          </a:lstStyle>
          <a:p xmlns:a="http://schemas.openxmlformats.org/drawingml/2006/main">
            <a:pPr algn="r">
              <a:lnSpc>
                <a:spcPct val="113000"/>
              </a:lnSpc>
              <a:buNone/>
              <a:defRPr sz="1500" b="0">
                <a:solidFill>
                  <a:srgbClr val="464646"/>
                </a:solidFill>
                <a:latin typeface="Arial"/>
                <a:ea typeface="Arial"/>
                <a:cs typeface="Arial"/>
              </a:defRPr>
            </a:pPr>
            <a:r>
              <a:rPr sz="1500" b="0">
                <a:solidFill>
                  <a:srgbClr val="464646"/>
                </a:solidFill>
                <a:latin typeface="Arial"/>
                <a:ea typeface="Arial"/>
                <a:cs typeface="Arial"/>
              </a:rPr>
              <a:t>09</a:t>
            </a:r>
          </a:p>
        </p:txBody>
      </p:sp>
      <p:sp>
        <p:nvSpPr>
          <p:cNvPr id="5" name="caption">
            <a:extLst xmlns:a="http://schemas.openxmlformats.org/drawingml/2006/main">
              <a:ext uri="{FF2B5EF4-FFF2-40B4-BE49-F238E27FC236}">
                <a16:creationId xmlns:a16="http://schemas.microsoft.com/office/drawing/2014/main" id="{B4E691D1-C214-4816-97AF-D11330D1C4B4}"/>
              </a:ext>
            </a:extLst>
          </p:cNvPr>
          <p:cNvSpPr>
            <a:spLocks xmlns:a="http://schemas.openxmlformats.org/drawingml/2006/main" noGrp="1"/>
          </p:cNvSpPr>
          <p:nvPr/>
        </p:nvSpPr>
        <p:spPr>
          <a:xfrm xmlns:a="http://schemas.openxmlformats.org/drawingml/2006/main">
            <a:off x="685800" y="13906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11111"/>
                </a:solidFill>
                <a:latin typeface="Arial"/>
                <a:ea typeface="Arial"/>
                <a:cs typeface="Arial"/>
              </a:defRPr>
            </a:defPPr>
            <a:lvl1pPr algn="l">
              <a:defRPr sz="1800" b="0">
                <a:solidFill>
                  <a:srgbClr val="111111"/>
                </a:solidFill>
                <a:latin typeface="Arial"/>
                <a:ea typeface="Arial"/>
                <a:cs typeface="Arial"/>
              </a:defRPr>
            </a:lvl1pPr>
            <a:lvl2pPr algn="l">
              <a:defRPr sz="1800" b="0">
                <a:solidFill>
                  <a:srgbClr val="111111"/>
                </a:solidFill>
                <a:latin typeface="Arial"/>
                <a:ea typeface="Arial"/>
                <a:cs typeface="Arial"/>
              </a:defRPr>
            </a:lvl2pPr>
            <a:lvl3pPr algn="l">
              <a:defRPr sz="1800" b="0">
                <a:solidFill>
                  <a:srgbClr val="111111"/>
                </a:solidFill>
                <a:latin typeface="Arial"/>
                <a:ea typeface="Arial"/>
                <a:cs typeface="Arial"/>
              </a:defRPr>
            </a:lvl3pPr>
            <a:lvl4pPr algn="l">
              <a:defRPr sz="1800" b="0">
                <a:solidFill>
                  <a:srgbClr val="111111"/>
                </a:solidFill>
                <a:latin typeface="Arial"/>
                <a:ea typeface="Arial"/>
                <a:cs typeface="Arial"/>
              </a:defRPr>
            </a:lvl4pPr>
            <a:lvl5pPr algn="l">
              <a:defRPr sz="1800" b="0">
                <a:solidFill>
                  <a:srgbClr val="111111"/>
                </a:solidFill>
                <a:latin typeface="Arial"/>
                <a:ea typeface="Arial"/>
                <a:cs typeface="Arial"/>
              </a:defRPr>
            </a:lvl5pPr>
            <a:lvl6pPr algn="l">
              <a:defRPr sz="1800" b="0">
                <a:solidFill>
                  <a:srgbClr val="111111"/>
                </a:solidFill>
                <a:latin typeface="Arial"/>
                <a:ea typeface="Arial"/>
                <a:cs typeface="Arial"/>
              </a:defRPr>
            </a:lvl6pPr>
            <a:lvl7pPr algn="l">
              <a:defRPr sz="1800" b="0">
                <a:solidFill>
                  <a:srgbClr val="111111"/>
                </a:solidFill>
                <a:latin typeface="Arial"/>
                <a:ea typeface="Arial"/>
                <a:cs typeface="Arial"/>
              </a:defRPr>
            </a:lvl7pPr>
            <a:lvl8pPr algn="l">
              <a:defRPr sz="1800" b="0">
                <a:solidFill>
                  <a:srgbClr val="111111"/>
                </a:solidFill>
                <a:latin typeface="Arial"/>
                <a:ea typeface="Arial"/>
                <a:cs typeface="Arial"/>
              </a:defRPr>
            </a:lvl8pPr>
            <a:lvl9pPr algn="l">
              <a:defRPr sz="1800" b="0">
                <a:solidFill>
                  <a:srgbClr val="111111"/>
                </a:solidFill>
                <a:latin typeface="Arial"/>
                <a:ea typeface="Arial"/>
                <a:cs typeface="Arial"/>
              </a:defRPr>
            </a:lvl9pPr>
          </a:lstStyle>
          <a:p xmlns:a="http://schemas.openxmlformats.org/drawingml/2006/main">
            <a:pPr algn="l">
              <a:lnSpc>
                <a:spcPct val="113000"/>
              </a:lnSpc>
              <a:buNone/>
              <a:defRPr sz="1800" b="0">
                <a:solidFill>
                  <a:srgbClr val="111111"/>
                </a:solidFill>
                <a:latin typeface="Arial"/>
                <a:ea typeface="Arial"/>
                <a:cs typeface="Arial"/>
              </a:defRPr>
            </a:pPr>
            <a:r>
              <a:rPr sz="1800" b="0">
                <a:solidFill>
                  <a:srgbClr val="111111"/>
                </a:solidFill>
                <a:latin typeface="Arial"/>
                <a:ea typeface="Arial"/>
                <a:cs typeface="Arial"/>
              </a:rPr>
              <a:t>Quadro 3 - Alternativas de administração de identidades</a:t>
            </a:r>
          </a:p>
        </p:txBody>
      </p:sp>
      <p:graphicFrame>
        <p:nvGraphicFramePr>
          <p:cNvPr id="6" name="alternatives">
            <a:extLst xmlns:a="http://schemas.openxmlformats.org/drawingml/2006/main">
              <a:ext uri="{FF2B5EF4-FFF2-40B4-BE49-F238E27FC236}">
                <a16:creationId xmlns:a16="http://schemas.microsoft.com/office/drawing/2014/main" id="{A52AAC5C-A42A-4232-8BEB-84368E6E6975}"/>
              </a:ext>
            </a:extLst>
          </p:cNvPr>
          <p:cNvGraphicFramePr/>
          <p:nvPr/>
        </p:nvGraphicFramePr>
        <p:xfrm>
          <a:off xmlns:a="http://schemas.openxmlformats.org/drawingml/2006/main" x="685800" y="1809750"/>
          <a:ext xmlns:a="http://schemas.openxmlformats.org/drawingml/2006/main" cx="10820400" cy="3552825"/>
        </p:xfrm>
        <a:graphic xmlns:a="http://schemas.openxmlformats.org/drawingml/2006/main">
          <a:graphicData uri="http://schemas.openxmlformats.org/drawingml/2006/table">
            <a:tbl>
              <a:tblPr firstRow="1" bandRow="0"/>
              <a:tblGrid>
                <a:gridCol w="3105150"/>
                <a:gridCol w="3810000"/>
                <a:gridCol w="3905250"/>
              </a:tblGrid>
              <a:tr h="466725">
                <a:tc>
                  <a:txBody>
                    <a:bodyPr wrap="square">
                      <a:noAutofit/>
                    </a:bodyPr>
                    <a:lstStyle/>
                    <a:p>
                      <a:pPr>
                        <a:lnSpc>
                          <a:spcPct val="106000"/>
                        </a:lnSpc>
                        <a:buNone/>
                      </a:pPr>
                      <a:r>
                        <a:rPr sz="1950" b="1">
                          <a:solidFill>
                            <a:srgbClr val="111111"/>
                          </a:solidFill>
                          <a:latin typeface="Arial"/>
                          <a:ea typeface="Arial"/>
                          <a:cs typeface="Arial"/>
                        </a:rPr>
                        <a:t>Alternativa</a:t>
                      </a:r>
                    </a:p>
                  </a:txBody>
                  <a:tcPr marL="114300" marR="114300" marT="66675" marB="66675" anchor="ctr">
                    <a:lnL w="6191">
                      <a:solidFill>
                        <a:srgbClr val="A7A7A7"/>
                      </a:solidFill>
                      <a:prstDash val="solid"/>
                    </a:lnL>
                    <a:lnR w="6191">
                      <a:solidFill>
                        <a:srgbClr val="A7A7A7"/>
                      </a:solidFill>
                      <a:prstDash val="solid"/>
                    </a:lnR>
                    <a:lnT w="6191">
                      <a:solidFill>
                        <a:srgbClr val="A7A7A7"/>
                      </a:solidFill>
                      <a:prstDash val="solid"/>
                    </a:lnT>
                    <a:lnB w="6191">
                      <a:solidFill>
                        <a:srgbClr val="A7A7A7"/>
                      </a:solidFill>
                      <a:prstDash val="solid"/>
                    </a:lnB>
                    <a:solidFill>
                      <a:srgbClr val="E8E8E8"/>
                    </a:solidFill>
                  </a:tcPr>
                </a:tc>
                <a:tc>
                  <a:txBody>
                    <a:bodyPr wrap="square">
                      <a:noAutofit/>
                    </a:bodyPr>
                    <a:lstStyle/>
                    <a:p>
                      <a:pPr>
                        <a:lnSpc>
                          <a:spcPct val="106000"/>
                        </a:lnSpc>
                        <a:buNone/>
                      </a:pPr>
                      <a:r>
                        <a:rPr sz="1950" b="1">
                          <a:solidFill>
                            <a:srgbClr val="111111"/>
                          </a:solidFill>
                          <a:latin typeface="Arial"/>
                          <a:ea typeface="Arial"/>
                          <a:cs typeface="Arial"/>
                        </a:rPr>
                        <a:t>Organização dos acessos</a:t>
                      </a:r>
                    </a:p>
                  </a:txBody>
                  <a:tcPr marL="114300" marR="114300" marT="66675" marB="66675" anchor="ctr">
                    <a:lnR w="6191">
                      <a:solidFill>
                        <a:srgbClr val="A7A7A7"/>
                      </a:solidFill>
                      <a:prstDash val="solid"/>
                    </a:lnR>
                    <a:lnT w="6191">
                      <a:solidFill>
                        <a:srgbClr val="A7A7A7"/>
                      </a:solidFill>
                      <a:prstDash val="solid"/>
                    </a:lnT>
                    <a:lnB w="6191">
                      <a:solidFill>
                        <a:srgbClr val="A7A7A7"/>
                      </a:solidFill>
                      <a:prstDash val="solid"/>
                    </a:lnB>
                    <a:solidFill>
                      <a:srgbClr val="E8E8E8"/>
                    </a:solidFill>
                  </a:tcPr>
                </a:tc>
                <a:tc>
                  <a:txBody>
                    <a:bodyPr wrap="square">
                      <a:noAutofit/>
                    </a:bodyPr>
                    <a:lstStyle/>
                    <a:p>
                      <a:pPr>
                        <a:lnSpc>
                          <a:spcPct val="106000"/>
                        </a:lnSpc>
                        <a:buNone/>
                      </a:pPr>
                      <a:r>
                        <a:rPr sz="1950" b="1">
                          <a:solidFill>
                            <a:srgbClr val="111111"/>
                          </a:solidFill>
                          <a:latin typeface="Arial"/>
                          <a:ea typeface="Arial"/>
                          <a:cs typeface="Arial"/>
                        </a:rPr>
                        <a:t>Dependências principais</a:t>
                      </a:r>
                    </a:p>
                  </a:txBody>
                  <a:tcPr marL="114300" marR="114300" marT="66675" marB="66675" anchor="ctr">
                    <a:lnR w="6191">
                      <a:solidFill>
                        <a:srgbClr val="A7A7A7"/>
                      </a:solidFill>
                      <a:prstDash val="solid"/>
                    </a:lnR>
                    <a:lnT w="6191">
                      <a:solidFill>
                        <a:srgbClr val="A7A7A7"/>
                      </a:solidFill>
                      <a:prstDash val="solid"/>
                    </a:lnT>
                    <a:lnB w="6191">
                      <a:solidFill>
                        <a:srgbClr val="A7A7A7"/>
                      </a:solidFill>
                      <a:prstDash val="solid"/>
                    </a:lnB>
                    <a:solidFill>
                      <a:srgbClr val="E8E8E8"/>
                    </a:solidFill>
                  </a:tcPr>
                </a:tc>
              </a:tr>
              <a:tr h="1028700">
                <a:tc>
                  <a:txBody>
                    <a:bodyPr wrap="square">
                      <a:noAutofit/>
                    </a:bodyPr>
                    <a:lstStyle/>
                    <a:p>
                      <a:pPr>
                        <a:lnSpc>
                          <a:spcPct val="106000"/>
                        </a:lnSpc>
                        <a:buNone/>
                      </a:pPr>
                      <a:r>
                        <a:rPr sz="1950" b="0">
                          <a:solidFill>
                            <a:srgbClr val="111111"/>
                          </a:solidFill>
                          <a:latin typeface="Arial"/>
                          <a:ea typeface="Arial"/>
                          <a:cs typeface="Arial"/>
                        </a:rPr>
                        <a:t>Contas locais individuais</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950" b="0">
                          <a:solidFill>
                            <a:srgbClr val="111111"/>
                          </a:solidFill>
                          <a:latin typeface="Arial"/>
                          <a:ea typeface="Arial"/>
                          <a:cs typeface="Arial"/>
                        </a:rPr>
                        <a:t>Administração em cada computador.</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950" b="0">
                          <a:solidFill>
                            <a:srgbClr val="111111"/>
                          </a:solidFill>
                          <a:latin typeface="Arial"/>
                          <a:ea typeface="Arial"/>
                          <a:cs typeface="Arial"/>
                        </a:rPr>
                        <a:t>Escala, manutenção, recuperação e registros.</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r h="1028700">
                <a:tc>
                  <a:txBody>
                    <a:bodyPr wrap="square">
                      <a:noAutofit/>
                    </a:bodyPr>
                    <a:lstStyle/>
                    <a:p>
                      <a:pPr>
                        <a:lnSpc>
                          <a:spcPct val="106000"/>
                        </a:lnSpc>
                        <a:buNone/>
                      </a:pPr>
                      <a:r>
                        <a:rPr sz="1950" b="0">
                          <a:solidFill>
                            <a:srgbClr val="111111"/>
                          </a:solidFill>
                          <a:latin typeface="Arial"/>
                          <a:ea typeface="Arial"/>
                          <a:cs typeface="Arial"/>
                        </a:rPr>
                        <a:t>Active Directory Domain Services</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950" b="0">
                          <a:solidFill>
                            <a:srgbClr val="111111"/>
                          </a:solidFill>
                          <a:latin typeface="Arial"/>
                          <a:ea typeface="Arial"/>
                          <a:cs typeface="Arial"/>
                        </a:rPr>
                        <a:t>Administração de contas e recursos em domínio.</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950" b="0">
                          <a:solidFill>
                            <a:srgbClr val="111111"/>
                          </a:solidFill>
                          <a:latin typeface="Arial"/>
                          <a:ea typeface="Arial"/>
                          <a:cs typeface="Arial"/>
                        </a:rPr>
                        <a:t>Servidores, rede, Windows compatível, licenças e equipe.</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r h="1028700">
                <a:tc>
                  <a:txBody>
                    <a:bodyPr wrap="square">
                      <a:noAutofit/>
                    </a:bodyPr>
                    <a:lstStyle/>
                    <a:p>
                      <a:pPr>
                        <a:lnSpc>
                          <a:spcPct val="106000"/>
                        </a:lnSpc>
                        <a:buNone/>
                      </a:pPr>
                      <a:r>
                        <a:rPr sz="1950" b="0">
                          <a:solidFill>
                            <a:srgbClr val="111111"/>
                          </a:solidFill>
                          <a:latin typeface="Arial"/>
                          <a:ea typeface="Arial"/>
                          <a:cs typeface="Arial"/>
                        </a:rPr>
                        <a:t>Microsoft Entra ID</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950" b="0">
                          <a:solidFill>
                            <a:srgbClr val="111111"/>
                          </a:solidFill>
                          <a:latin typeface="Arial"/>
                          <a:ea typeface="Arial"/>
                          <a:cs typeface="Arial"/>
                        </a:rPr>
                        <a:t>Contas organizacionais e dispositivos vinculados.</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950" b="0">
                          <a:solidFill>
                            <a:srgbClr val="111111"/>
                          </a:solidFill>
                          <a:latin typeface="Arial"/>
                          <a:ea typeface="Arial"/>
                          <a:cs typeface="Arial"/>
                        </a:rPr>
                        <a:t>Ambiente autorizado, compatibilidade e conectividade.</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bl>
          </a:graphicData>
        </a:graphic>
      </p:graphicFrame>
      <p:sp>
        <p:nvSpPr>
          <p:cNvPr id="7" name="comparison">
            <a:extLst xmlns:a="http://schemas.openxmlformats.org/drawingml/2006/main">
              <a:ext uri="{FF2B5EF4-FFF2-40B4-BE49-F238E27FC236}">
                <a16:creationId xmlns:a16="http://schemas.microsoft.com/office/drawing/2014/main" id="{7C46195B-88EB-492D-B03C-A36466B8D723}"/>
              </a:ext>
            </a:extLst>
          </p:cNvPr>
          <p:cNvSpPr>
            <a:spLocks xmlns:a="http://schemas.openxmlformats.org/drawingml/2006/main" noGrp="1"/>
          </p:cNvSpPr>
          <p:nvPr/>
        </p:nvSpPr>
        <p:spPr>
          <a:xfrm xmlns:a="http://schemas.openxmlformats.org/drawingml/2006/main">
            <a:off x="685800" y="55435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11111"/>
                </a:solidFill>
                <a:latin typeface="Arial"/>
                <a:ea typeface="Arial"/>
                <a:cs typeface="Arial"/>
              </a:defRPr>
            </a:defPPr>
            <a:lvl1pPr algn="l">
              <a:defRPr sz="1800" b="0">
                <a:solidFill>
                  <a:srgbClr val="111111"/>
                </a:solidFill>
                <a:latin typeface="Arial"/>
                <a:ea typeface="Arial"/>
                <a:cs typeface="Arial"/>
              </a:defRPr>
            </a:lvl1pPr>
            <a:lvl2pPr algn="l">
              <a:defRPr sz="1800" b="0">
                <a:solidFill>
                  <a:srgbClr val="111111"/>
                </a:solidFill>
                <a:latin typeface="Arial"/>
                <a:ea typeface="Arial"/>
                <a:cs typeface="Arial"/>
              </a:defRPr>
            </a:lvl2pPr>
            <a:lvl3pPr algn="l">
              <a:defRPr sz="1800" b="0">
                <a:solidFill>
                  <a:srgbClr val="111111"/>
                </a:solidFill>
                <a:latin typeface="Arial"/>
                <a:ea typeface="Arial"/>
                <a:cs typeface="Arial"/>
              </a:defRPr>
            </a:lvl3pPr>
            <a:lvl4pPr algn="l">
              <a:defRPr sz="1800" b="0">
                <a:solidFill>
                  <a:srgbClr val="111111"/>
                </a:solidFill>
                <a:latin typeface="Arial"/>
                <a:ea typeface="Arial"/>
                <a:cs typeface="Arial"/>
              </a:defRPr>
            </a:lvl4pPr>
            <a:lvl5pPr algn="l">
              <a:defRPr sz="1800" b="0">
                <a:solidFill>
                  <a:srgbClr val="111111"/>
                </a:solidFill>
                <a:latin typeface="Arial"/>
                <a:ea typeface="Arial"/>
                <a:cs typeface="Arial"/>
              </a:defRPr>
            </a:lvl5pPr>
            <a:lvl6pPr algn="l">
              <a:defRPr sz="1800" b="0">
                <a:solidFill>
                  <a:srgbClr val="111111"/>
                </a:solidFill>
                <a:latin typeface="Arial"/>
                <a:ea typeface="Arial"/>
                <a:cs typeface="Arial"/>
              </a:defRPr>
            </a:lvl6pPr>
            <a:lvl7pPr algn="l">
              <a:defRPr sz="1800" b="0">
                <a:solidFill>
                  <a:srgbClr val="111111"/>
                </a:solidFill>
                <a:latin typeface="Arial"/>
                <a:ea typeface="Arial"/>
                <a:cs typeface="Arial"/>
              </a:defRPr>
            </a:lvl7pPr>
            <a:lvl8pPr algn="l">
              <a:defRPr sz="1800" b="0">
                <a:solidFill>
                  <a:srgbClr val="111111"/>
                </a:solidFill>
                <a:latin typeface="Arial"/>
                <a:ea typeface="Arial"/>
                <a:cs typeface="Arial"/>
              </a:defRPr>
            </a:lvl8pPr>
            <a:lvl9pPr algn="l">
              <a:defRPr sz="1800" b="0">
                <a:solidFill>
                  <a:srgbClr val="111111"/>
                </a:solidFill>
                <a:latin typeface="Arial"/>
                <a:ea typeface="Arial"/>
                <a:cs typeface="Arial"/>
              </a:defRPr>
            </a:lvl9pPr>
          </a:lstStyle>
          <a:p xmlns:a="http://schemas.openxmlformats.org/drawingml/2006/main">
            <a:pPr algn="l">
              <a:lnSpc>
                <a:spcPct val="113000"/>
              </a:lnSpc>
              <a:buNone/>
              <a:defRPr sz="1800" b="0">
                <a:solidFill>
                  <a:srgbClr val="111111"/>
                </a:solidFill>
                <a:latin typeface="Arial"/>
                <a:ea typeface="Arial"/>
                <a:cs typeface="Arial"/>
              </a:defRPr>
            </a:pPr>
            <a:r>
              <a:rPr sz="1800" b="0">
                <a:solidFill>
                  <a:srgbClr val="111111"/>
                </a:solidFill>
                <a:latin typeface="Arial"/>
                <a:ea typeface="Arial"/>
                <a:cs typeface="Arial"/>
              </a:rPr>
              <a:t>Critérios: segurança, privacidade, continuidade, usabilidade, compatibilidade, custos e manutenção.</a:t>
            </a:r>
          </a:p>
        </p:txBody>
      </p:sp>
      <p:sp>
        <p:nvSpPr>
          <p:cNvPr id="8" name="source">
            <a:extLst xmlns:a="http://schemas.openxmlformats.org/drawingml/2006/main">
              <a:ext uri="{FF2B5EF4-FFF2-40B4-BE49-F238E27FC236}">
                <a16:creationId xmlns:a16="http://schemas.microsoft.com/office/drawing/2014/main" id="{9403A95A-263C-4E23-8E62-213454572EE5}"/>
              </a:ext>
            </a:extLst>
          </p:cNvPr>
          <p:cNvSpPr>
            <a:spLocks xmlns:a="http://schemas.openxmlformats.org/drawingml/2006/main" noGrp="1"/>
          </p:cNvSpPr>
          <p:nvPr/>
        </p:nvSpPr>
        <p:spPr>
          <a:xfrm xmlns:a="http://schemas.openxmlformats.org/drawingml/2006/main">
            <a:off x="685800" y="6191250"/>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464646"/>
                </a:solidFill>
                <a:latin typeface="Arial"/>
                <a:ea typeface="Arial"/>
                <a:cs typeface="Arial"/>
              </a:defRPr>
            </a:defPPr>
            <a:lvl1pPr algn="l">
              <a:defRPr sz="1500" b="0">
                <a:solidFill>
                  <a:srgbClr val="464646"/>
                </a:solidFill>
                <a:latin typeface="Arial"/>
                <a:ea typeface="Arial"/>
                <a:cs typeface="Arial"/>
              </a:defRPr>
            </a:lvl1pPr>
            <a:lvl2pPr algn="l">
              <a:defRPr sz="1500" b="0">
                <a:solidFill>
                  <a:srgbClr val="464646"/>
                </a:solidFill>
                <a:latin typeface="Arial"/>
                <a:ea typeface="Arial"/>
                <a:cs typeface="Arial"/>
              </a:defRPr>
            </a:lvl2pPr>
            <a:lvl3pPr algn="l">
              <a:defRPr sz="1500" b="0">
                <a:solidFill>
                  <a:srgbClr val="464646"/>
                </a:solidFill>
                <a:latin typeface="Arial"/>
                <a:ea typeface="Arial"/>
                <a:cs typeface="Arial"/>
              </a:defRPr>
            </a:lvl3pPr>
            <a:lvl4pPr algn="l">
              <a:defRPr sz="1500" b="0">
                <a:solidFill>
                  <a:srgbClr val="464646"/>
                </a:solidFill>
                <a:latin typeface="Arial"/>
                <a:ea typeface="Arial"/>
                <a:cs typeface="Arial"/>
              </a:defRPr>
            </a:lvl4pPr>
            <a:lvl5pPr algn="l">
              <a:defRPr sz="1500" b="0">
                <a:solidFill>
                  <a:srgbClr val="464646"/>
                </a:solidFill>
                <a:latin typeface="Arial"/>
                <a:ea typeface="Arial"/>
                <a:cs typeface="Arial"/>
              </a:defRPr>
            </a:lvl5pPr>
            <a:lvl6pPr algn="l">
              <a:defRPr sz="1500" b="0">
                <a:solidFill>
                  <a:srgbClr val="464646"/>
                </a:solidFill>
                <a:latin typeface="Arial"/>
                <a:ea typeface="Arial"/>
                <a:cs typeface="Arial"/>
              </a:defRPr>
            </a:lvl6pPr>
            <a:lvl7pPr algn="l">
              <a:defRPr sz="1500" b="0">
                <a:solidFill>
                  <a:srgbClr val="464646"/>
                </a:solidFill>
                <a:latin typeface="Arial"/>
                <a:ea typeface="Arial"/>
                <a:cs typeface="Arial"/>
              </a:defRPr>
            </a:lvl7pPr>
            <a:lvl8pPr algn="l">
              <a:defRPr sz="1500" b="0">
                <a:solidFill>
                  <a:srgbClr val="464646"/>
                </a:solidFill>
                <a:latin typeface="Arial"/>
                <a:ea typeface="Arial"/>
                <a:cs typeface="Arial"/>
              </a:defRPr>
            </a:lvl8pPr>
            <a:lvl9pPr algn="l">
              <a:defRPr sz="1500" b="0">
                <a:solidFill>
                  <a:srgbClr val="464646"/>
                </a:solidFill>
                <a:latin typeface="Arial"/>
                <a:ea typeface="Arial"/>
                <a:cs typeface="Arial"/>
              </a:defRPr>
            </a:lvl9pPr>
          </a:lstStyle>
          <a:p xmlns:a="http://schemas.openxmlformats.org/drawingml/2006/main">
            <a:pPr algn="l">
              <a:lnSpc>
                <a:spcPct val="105000"/>
              </a:lnSpc>
              <a:buNone/>
              <a:defRPr sz="1500" b="0">
                <a:solidFill>
                  <a:srgbClr val="464646"/>
                </a:solidFill>
                <a:latin typeface="Arial"/>
                <a:ea typeface="Arial"/>
                <a:cs typeface="Arial"/>
              </a:defRPr>
            </a:pPr>
            <a:r>
              <a:rPr sz="1500" b="0">
                <a:solidFill>
                  <a:srgbClr val="464646"/>
                </a:solidFill>
                <a:latin typeface="Arial"/>
                <a:ea typeface="Arial"/>
                <a:cs typeface="Arial"/>
              </a:rPr>
              <a:t>Fonte: elaboração própria; Microsoft ([s. d.]a, [s. d.]d). A recomendação final depende da comparação fundamentada.</a:t>
            </a:r>
          </a:p>
        </p:txBody>
      </p:sp>
    </p:spTree>
    <p:extLst>
      <p:ext uri="{BB962C8B-B14F-4D97-AF65-F5344CB8AC3E}">
        <p14:creationId xmlns:p14="http://schemas.microsoft.com/office/powerpoint/2010/main" val="64195278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EE1A2036-BF96-4419-9208-2B2ED6694C21}"/>
              </a:ext>
            </a:extLst>
          </p:cNvPr>
          <p:cNvSpPr>
            <a:spLocks xmlns:a="http://schemas.openxmlformats.org/drawingml/2006/main" noGrp="1"/>
          </p:cNvSpPr>
          <p:nvPr/>
        </p:nvSpPr>
        <p:spPr>
          <a:xfrm xmlns:a="http://schemas.openxmlformats.org/drawingml/2006/main">
            <a:off x="685800" y="41910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11111"/>
                </a:solidFill>
                <a:latin typeface="Arial"/>
                <a:ea typeface="Arial"/>
                <a:cs typeface="Arial"/>
              </a:defRPr>
            </a:defPPr>
            <a:lvl1pPr algn="l">
              <a:defRPr sz="3300" b="1">
                <a:solidFill>
                  <a:srgbClr val="111111"/>
                </a:solidFill>
                <a:latin typeface="Arial"/>
                <a:ea typeface="Arial"/>
                <a:cs typeface="Arial"/>
              </a:defRPr>
            </a:lvl1pPr>
            <a:lvl2pPr algn="l">
              <a:defRPr sz="3300" b="1">
                <a:solidFill>
                  <a:srgbClr val="111111"/>
                </a:solidFill>
                <a:latin typeface="Arial"/>
                <a:ea typeface="Arial"/>
                <a:cs typeface="Arial"/>
              </a:defRPr>
            </a:lvl2pPr>
            <a:lvl3pPr algn="l">
              <a:defRPr sz="3300" b="1">
                <a:solidFill>
                  <a:srgbClr val="111111"/>
                </a:solidFill>
                <a:latin typeface="Arial"/>
                <a:ea typeface="Arial"/>
                <a:cs typeface="Arial"/>
              </a:defRPr>
            </a:lvl3pPr>
            <a:lvl4pPr algn="l">
              <a:defRPr sz="3300" b="1">
                <a:solidFill>
                  <a:srgbClr val="111111"/>
                </a:solidFill>
                <a:latin typeface="Arial"/>
                <a:ea typeface="Arial"/>
                <a:cs typeface="Arial"/>
              </a:defRPr>
            </a:lvl4pPr>
            <a:lvl5pPr algn="l">
              <a:defRPr sz="3300" b="1">
                <a:solidFill>
                  <a:srgbClr val="111111"/>
                </a:solidFill>
                <a:latin typeface="Arial"/>
                <a:ea typeface="Arial"/>
                <a:cs typeface="Arial"/>
              </a:defRPr>
            </a:lvl5pPr>
            <a:lvl6pPr algn="l">
              <a:defRPr sz="3300" b="1">
                <a:solidFill>
                  <a:srgbClr val="111111"/>
                </a:solidFill>
                <a:latin typeface="Arial"/>
                <a:ea typeface="Arial"/>
                <a:cs typeface="Arial"/>
              </a:defRPr>
            </a:lvl6pPr>
            <a:lvl7pPr algn="l">
              <a:defRPr sz="3300" b="1">
                <a:solidFill>
                  <a:srgbClr val="111111"/>
                </a:solidFill>
                <a:latin typeface="Arial"/>
                <a:ea typeface="Arial"/>
                <a:cs typeface="Arial"/>
              </a:defRPr>
            </a:lvl7pPr>
            <a:lvl8pPr algn="l">
              <a:defRPr sz="3300" b="1">
                <a:solidFill>
                  <a:srgbClr val="111111"/>
                </a:solidFill>
                <a:latin typeface="Arial"/>
                <a:ea typeface="Arial"/>
                <a:cs typeface="Arial"/>
              </a:defRPr>
            </a:lvl8pPr>
            <a:lvl9pPr algn="l">
              <a:defRPr sz="3300" b="1">
                <a:solidFill>
                  <a:srgbClr val="111111"/>
                </a:solidFill>
                <a:latin typeface="Arial"/>
                <a:ea typeface="Arial"/>
                <a:cs typeface="Arial"/>
              </a:defRPr>
            </a:lvl9pPr>
          </a:lstStyle>
          <a:p xmlns:a="http://schemas.openxmlformats.org/drawingml/2006/main">
            <a:pPr algn="l">
              <a:lnSpc>
                <a:spcPct val="113000"/>
              </a:lnSpc>
              <a:buNone/>
              <a:defRPr sz="3300" b="1">
                <a:solidFill>
                  <a:srgbClr val="111111"/>
                </a:solidFill>
                <a:latin typeface="Arial"/>
                <a:ea typeface="Arial"/>
                <a:cs typeface="Arial"/>
              </a:defRPr>
            </a:pPr>
            <a:r>
              <a:rPr sz="3300" b="1">
                <a:solidFill>
                  <a:srgbClr val="111111"/>
                </a:solidFill>
                <a:latin typeface="Arial"/>
                <a:ea typeface="Arial"/>
                <a:cs typeface="Arial"/>
              </a:rPr>
              <a:t>9 PROPOSTA DE MELHORIA</a:t>
            </a:r>
          </a:p>
        </p:txBody>
      </p:sp>
      <p:sp>
        <p:nvSpPr>
          <p:cNvPr id="2" name="heading-rule">
            <a:extLst xmlns:a="http://schemas.openxmlformats.org/drawingml/2006/main">
              <a:ext uri="{FF2B5EF4-FFF2-40B4-BE49-F238E27FC236}">
                <a16:creationId xmlns:a16="http://schemas.microsoft.com/office/drawing/2014/main" id="{B512E90E-6B9C-4514-BB59-2D0B52416627}"/>
              </a:ext>
            </a:extLst>
          </p:cNvPr>
          <p:cNvSpPr>
            <a:spLocks xmlns:a="http://schemas.openxmlformats.org/drawingml/2006/main" noGrp="1"/>
          </p:cNvSpPr>
          <p:nvPr/>
        </p:nvSpPr>
        <p:spPr>
          <a:xfrm xmlns:a="http://schemas.openxmlformats.org/drawingml/2006/main">
            <a:off x="685800" y="1171575"/>
            <a:ext cx="10820400" cy="0"/>
          </a:xfrm>
          <a:prstGeom xmlns:a="http://schemas.openxmlformats.org/drawingml/2006/main" prst="line">
            <a:avLst/>
          </a:prstGeom>
          <a:noFill xmlns:a="http://schemas.openxmlformats.org/drawingml/2006/main"/>
          <a:ln xmlns:a="http://schemas.openxmlformats.org/drawingml/2006/main" w="11430">
            <a:solidFill>
              <a:srgbClr val="AD1115"/>
            </a:solidFill>
            <a:prstDash val="solid"/>
          </a:ln>
        </p:spPr>
      </p:sp>
      <p:sp>
        <p:nvSpPr>
          <p:cNvPr id="3" name="institution-footer">
            <a:extLst xmlns:a="http://schemas.openxmlformats.org/drawingml/2006/main">
              <a:ext uri="{FF2B5EF4-FFF2-40B4-BE49-F238E27FC236}">
                <a16:creationId xmlns:a16="http://schemas.microsoft.com/office/drawing/2014/main" id="{412F5D82-74DC-4F47-849E-1B708B8ACE06}"/>
              </a:ext>
            </a:extLst>
          </p:cNvPr>
          <p:cNvSpPr>
            <a:spLocks xmlns:a="http://schemas.openxmlformats.org/drawingml/2006/main" noGrp="1"/>
          </p:cNvSpPr>
          <p:nvPr/>
        </p:nvSpPr>
        <p:spPr>
          <a:xfrm xmlns:a="http://schemas.openxmlformats.org/drawingml/2006/main">
            <a:off x="685800" y="654367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64646"/>
                </a:solidFill>
                <a:latin typeface="Arial"/>
                <a:ea typeface="Arial"/>
                <a:cs typeface="Arial"/>
              </a:defRPr>
            </a:defPPr>
            <a:lvl1pPr algn="l">
              <a:defRPr sz="1350" b="0">
                <a:solidFill>
                  <a:srgbClr val="464646"/>
                </a:solidFill>
                <a:latin typeface="Arial"/>
                <a:ea typeface="Arial"/>
                <a:cs typeface="Arial"/>
              </a:defRPr>
            </a:lvl1pPr>
            <a:lvl2pPr algn="l">
              <a:defRPr sz="1350" b="0">
                <a:solidFill>
                  <a:srgbClr val="464646"/>
                </a:solidFill>
                <a:latin typeface="Arial"/>
                <a:ea typeface="Arial"/>
                <a:cs typeface="Arial"/>
              </a:defRPr>
            </a:lvl2pPr>
            <a:lvl3pPr algn="l">
              <a:defRPr sz="1350" b="0">
                <a:solidFill>
                  <a:srgbClr val="464646"/>
                </a:solidFill>
                <a:latin typeface="Arial"/>
                <a:ea typeface="Arial"/>
                <a:cs typeface="Arial"/>
              </a:defRPr>
            </a:lvl3pPr>
            <a:lvl4pPr algn="l">
              <a:defRPr sz="1350" b="0">
                <a:solidFill>
                  <a:srgbClr val="464646"/>
                </a:solidFill>
                <a:latin typeface="Arial"/>
                <a:ea typeface="Arial"/>
                <a:cs typeface="Arial"/>
              </a:defRPr>
            </a:lvl4pPr>
            <a:lvl5pPr algn="l">
              <a:defRPr sz="1350" b="0">
                <a:solidFill>
                  <a:srgbClr val="464646"/>
                </a:solidFill>
                <a:latin typeface="Arial"/>
                <a:ea typeface="Arial"/>
                <a:cs typeface="Arial"/>
              </a:defRPr>
            </a:lvl5pPr>
            <a:lvl6pPr algn="l">
              <a:defRPr sz="1350" b="0">
                <a:solidFill>
                  <a:srgbClr val="464646"/>
                </a:solidFill>
                <a:latin typeface="Arial"/>
                <a:ea typeface="Arial"/>
                <a:cs typeface="Arial"/>
              </a:defRPr>
            </a:lvl6pPr>
            <a:lvl7pPr algn="l">
              <a:defRPr sz="1350" b="0">
                <a:solidFill>
                  <a:srgbClr val="464646"/>
                </a:solidFill>
                <a:latin typeface="Arial"/>
                <a:ea typeface="Arial"/>
                <a:cs typeface="Arial"/>
              </a:defRPr>
            </a:lvl7pPr>
            <a:lvl8pPr algn="l">
              <a:defRPr sz="1350" b="0">
                <a:solidFill>
                  <a:srgbClr val="464646"/>
                </a:solidFill>
                <a:latin typeface="Arial"/>
                <a:ea typeface="Arial"/>
                <a:cs typeface="Arial"/>
              </a:defRPr>
            </a:lvl8pPr>
            <a:lvl9pPr algn="l">
              <a:defRPr sz="1350" b="0">
                <a:solidFill>
                  <a:srgbClr val="464646"/>
                </a:solidFill>
                <a:latin typeface="Arial"/>
                <a:ea typeface="Arial"/>
                <a:cs typeface="Arial"/>
              </a:defRPr>
            </a:lvl9pPr>
          </a:lstStyle>
          <a:p xmlns:a="http://schemas.openxmlformats.org/drawingml/2006/main">
            <a:pPr algn="l">
              <a:lnSpc>
                <a:spcPct val="113000"/>
              </a:lnSpc>
              <a:buNone/>
              <a:defRPr sz="1350" b="0">
                <a:solidFill>
                  <a:srgbClr val="464646"/>
                </a:solidFill>
                <a:latin typeface="Arial"/>
                <a:ea typeface="Arial"/>
                <a:cs typeface="Arial"/>
              </a:defRPr>
            </a:pPr>
            <a:r>
              <a:rPr sz="1350" b="0">
                <a:solidFill>
                  <a:srgbClr val="464646"/>
                </a:solidFill>
                <a:latin typeface="Arial"/>
                <a:ea typeface="Arial"/>
                <a:cs typeface="Arial"/>
              </a:rPr>
              <a:t>Fatec Barueri, Trabalho de Graduação I</a:t>
            </a:r>
          </a:p>
        </p:txBody>
      </p:sp>
      <p:sp>
        <p:nvSpPr>
          <p:cNvPr id="4" name="slide-number">
            <a:extLst xmlns:a="http://schemas.openxmlformats.org/drawingml/2006/main">
              <a:ext uri="{FF2B5EF4-FFF2-40B4-BE49-F238E27FC236}">
                <a16:creationId xmlns:a16="http://schemas.microsoft.com/office/drawing/2014/main" id="{6C345348-419C-457B-915F-ECF1DF5C229D}"/>
              </a:ext>
            </a:extLst>
          </p:cNvPr>
          <p:cNvSpPr>
            <a:spLocks xmlns:a="http://schemas.openxmlformats.org/drawingml/2006/main" noGrp="1"/>
          </p:cNvSpPr>
          <p:nvPr/>
        </p:nvSpPr>
        <p:spPr>
          <a:xfrm xmlns:a="http://schemas.openxmlformats.org/drawingml/2006/main">
            <a:off x="11049000" y="65151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464646"/>
                </a:solidFill>
                <a:latin typeface="Arial"/>
                <a:ea typeface="Arial"/>
                <a:cs typeface="Arial"/>
              </a:defRPr>
            </a:defPPr>
            <a:lvl1pPr algn="r">
              <a:defRPr sz="1500" b="0">
                <a:solidFill>
                  <a:srgbClr val="464646"/>
                </a:solidFill>
                <a:latin typeface="Arial"/>
                <a:ea typeface="Arial"/>
                <a:cs typeface="Arial"/>
              </a:defRPr>
            </a:lvl1pPr>
            <a:lvl2pPr algn="r">
              <a:defRPr sz="1500" b="0">
                <a:solidFill>
                  <a:srgbClr val="464646"/>
                </a:solidFill>
                <a:latin typeface="Arial"/>
                <a:ea typeface="Arial"/>
                <a:cs typeface="Arial"/>
              </a:defRPr>
            </a:lvl2pPr>
            <a:lvl3pPr algn="r">
              <a:defRPr sz="1500" b="0">
                <a:solidFill>
                  <a:srgbClr val="464646"/>
                </a:solidFill>
                <a:latin typeface="Arial"/>
                <a:ea typeface="Arial"/>
                <a:cs typeface="Arial"/>
              </a:defRPr>
            </a:lvl3pPr>
            <a:lvl4pPr algn="r">
              <a:defRPr sz="1500" b="0">
                <a:solidFill>
                  <a:srgbClr val="464646"/>
                </a:solidFill>
                <a:latin typeface="Arial"/>
                <a:ea typeface="Arial"/>
                <a:cs typeface="Arial"/>
              </a:defRPr>
            </a:lvl4pPr>
            <a:lvl5pPr algn="r">
              <a:defRPr sz="1500" b="0">
                <a:solidFill>
                  <a:srgbClr val="464646"/>
                </a:solidFill>
                <a:latin typeface="Arial"/>
                <a:ea typeface="Arial"/>
                <a:cs typeface="Arial"/>
              </a:defRPr>
            </a:lvl5pPr>
            <a:lvl6pPr algn="r">
              <a:defRPr sz="1500" b="0">
                <a:solidFill>
                  <a:srgbClr val="464646"/>
                </a:solidFill>
                <a:latin typeface="Arial"/>
                <a:ea typeface="Arial"/>
                <a:cs typeface="Arial"/>
              </a:defRPr>
            </a:lvl6pPr>
            <a:lvl7pPr algn="r">
              <a:defRPr sz="1500" b="0">
                <a:solidFill>
                  <a:srgbClr val="464646"/>
                </a:solidFill>
                <a:latin typeface="Arial"/>
                <a:ea typeface="Arial"/>
                <a:cs typeface="Arial"/>
              </a:defRPr>
            </a:lvl7pPr>
            <a:lvl8pPr algn="r">
              <a:defRPr sz="1500" b="0">
                <a:solidFill>
                  <a:srgbClr val="464646"/>
                </a:solidFill>
                <a:latin typeface="Arial"/>
                <a:ea typeface="Arial"/>
                <a:cs typeface="Arial"/>
              </a:defRPr>
            </a:lvl8pPr>
            <a:lvl9pPr algn="r">
              <a:defRPr sz="1500" b="0">
                <a:solidFill>
                  <a:srgbClr val="464646"/>
                </a:solidFill>
                <a:latin typeface="Arial"/>
                <a:ea typeface="Arial"/>
                <a:cs typeface="Arial"/>
              </a:defRPr>
            </a:lvl9pPr>
          </a:lstStyle>
          <a:p xmlns:a="http://schemas.openxmlformats.org/drawingml/2006/main">
            <a:pPr algn="r">
              <a:lnSpc>
                <a:spcPct val="113000"/>
              </a:lnSpc>
              <a:buNone/>
              <a:defRPr sz="1500" b="0">
                <a:solidFill>
                  <a:srgbClr val="464646"/>
                </a:solidFill>
                <a:latin typeface="Arial"/>
                <a:ea typeface="Arial"/>
                <a:cs typeface="Arial"/>
              </a:defRPr>
            </a:pPr>
            <a:r>
              <a:rPr sz="1500" b="0">
                <a:solidFill>
                  <a:srgbClr val="464646"/>
                </a:solidFill>
                <a:latin typeface="Arial"/>
                <a:ea typeface="Arial"/>
                <a:cs typeface="Arial"/>
              </a:rPr>
              <a:t>10</a:t>
            </a:r>
          </a:p>
        </p:txBody>
      </p:sp>
      <p:sp>
        <p:nvSpPr>
          <p:cNvPr id="5" name="candidate">
            <a:extLst xmlns:a="http://schemas.openxmlformats.org/drawingml/2006/main">
              <a:ext uri="{FF2B5EF4-FFF2-40B4-BE49-F238E27FC236}">
                <a16:creationId xmlns:a16="http://schemas.microsoft.com/office/drawing/2014/main" id="{B74BC05E-B693-4A28-93F6-AB7C1793DFC3}"/>
              </a:ext>
            </a:extLst>
          </p:cNvPr>
          <p:cNvSpPr>
            <a:spLocks xmlns:a="http://schemas.openxmlformats.org/drawingml/2006/main" noGrp="1"/>
          </p:cNvSpPr>
          <p:nvPr/>
        </p:nvSpPr>
        <p:spPr>
          <a:xfrm xmlns:a="http://schemas.openxmlformats.org/drawingml/2006/main">
            <a:off x="685800" y="1428750"/>
            <a:ext cx="10820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Arial"/>
                <a:ea typeface="Arial"/>
                <a:cs typeface="Arial"/>
              </a:defRPr>
            </a:defPPr>
            <a:lvl1pPr algn="l">
              <a:defRPr sz="2175" b="1">
                <a:solidFill>
                  <a:srgbClr val="111111"/>
                </a:solidFill>
                <a:latin typeface="Arial"/>
                <a:ea typeface="Arial"/>
                <a:cs typeface="Arial"/>
              </a:defRPr>
            </a:lvl1pPr>
            <a:lvl2pPr algn="l">
              <a:defRPr sz="2175" b="1">
                <a:solidFill>
                  <a:srgbClr val="111111"/>
                </a:solidFill>
                <a:latin typeface="Arial"/>
                <a:ea typeface="Arial"/>
                <a:cs typeface="Arial"/>
              </a:defRPr>
            </a:lvl2pPr>
            <a:lvl3pPr algn="l">
              <a:defRPr sz="2175" b="1">
                <a:solidFill>
                  <a:srgbClr val="111111"/>
                </a:solidFill>
                <a:latin typeface="Arial"/>
                <a:ea typeface="Arial"/>
                <a:cs typeface="Arial"/>
              </a:defRPr>
            </a:lvl3pPr>
            <a:lvl4pPr algn="l">
              <a:defRPr sz="2175" b="1">
                <a:solidFill>
                  <a:srgbClr val="111111"/>
                </a:solidFill>
                <a:latin typeface="Arial"/>
                <a:ea typeface="Arial"/>
                <a:cs typeface="Arial"/>
              </a:defRPr>
            </a:lvl4pPr>
            <a:lvl5pPr algn="l">
              <a:defRPr sz="2175" b="1">
                <a:solidFill>
                  <a:srgbClr val="111111"/>
                </a:solidFill>
                <a:latin typeface="Arial"/>
                <a:ea typeface="Arial"/>
                <a:cs typeface="Arial"/>
              </a:defRPr>
            </a:lvl5pPr>
            <a:lvl6pPr algn="l">
              <a:defRPr sz="2175" b="1">
                <a:solidFill>
                  <a:srgbClr val="111111"/>
                </a:solidFill>
                <a:latin typeface="Arial"/>
                <a:ea typeface="Arial"/>
                <a:cs typeface="Arial"/>
              </a:defRPr>
            </a:lvl6pPr>
            <a:lvl7pPr algn="l">
              <a:defRPr sz="2175" b="1">
                <a:solidFill>
                  <a:srgbClr val="111111"/>
                </a:solidFill>
                <a:latin typeface="Arial"/>
                <a:ea typeface="Arial"/>
                <a:cs typeface="Arial"/>
              </a:defRPr>
            </a:lvl7pPr>
            <a:lvl8pPr algn="l">
              <a:defRPr sz="2175" b="1">
                <a:solidFill>
                  <a:srgbClr val="111111"/>
                </a:solidFill>
                <a:latin typeface="Arial"/>
                <a:ea typeface="Arial"/>
                <a:cs typeface="Arial"/>
              </a:defRPr>
            </a:lvl8pPr>
            <a:lvl9pPr algn="l">
              <a:defRPr sz="2175" b="1">
                <a:solidFill>
                  <a:srgbClr val="111111"/>
                </a:solidFill>
                <a:latin typeface="Arial"/>
                <a:ea typeface="Arial"/>
                <a:cs typeface="Arial"/>
              </a:defRPr>
            </a:lvl9pPr>
          </a:lstStyle>
          <a:p xmlns:a="http://schemas.openxmlformats.org/drawingml/2006/main">
            <a:pPr algn="l">
              <a:lnSpc>
                <a:spcPct val="113000"/>
              </a:lnSpc>
              <a:buNone/>
              <a:defRPr sz="2175" b="1">
                <a:solidFill>
                  <a:srgbClr val="111111"/>
                </a:solidFill>
                <a:latin typeface="Arial"/>
                <a:ea typeface="Arial"/>
                <a:cs typeface="Arial"/>
              </a:defRPr>
            </a:pPr>
            <a:r>
              <a:rPr sz="2175" b="1">
                <a:solidFill>
                  <a:srgbClr val="111111"/>
                </a:solidFill>
                <a:latin typeface="Arial"/>
                <a:ea typeface="Arial"/>
                <a:cs typeface="Arial"/>
              </a:rPr>
              <a:t>Cenário candidato: Active Directory Domain Services (AD DS) e GLPI.</a:t>
            </a:r>
          </a:p>
        </p:txBody>
      </p:sp>
      <p:sp>
        <p:nvSpPr>
          <p:cNvPr id="6" name="caption">
            <a:extLst xmlns:a="http://schemas.openxmlformats.org/drawingml/2006/main">
              <a:ext uri="{FF2B5EF4-FFF2-40B4-BE49-F238E27FC236}">
                <a16:creationId xmlns:a16="http://schemas.microsoft.com/office/drawing/2014/main" id="{9F8BD512-0D63-433D-BCC2-C925898B7EE1}"/>
              </a:ext>
            </a:extLst>
          </p:cNvPr>
          <p:cNvSpPr>
            <a:spLocks xmlns:a="http://schemas.openxmlformats.org/drawingml/2006/main" noGrp="1"/>
          </p:cNvSpPr>
          <p:nvPr/>
        </p:nvSpPr>
        <p:spPr>
          <a:xfrm xmlns:a="http://schemas.openxmlformats.org/drawingml/2006/main">
            <a:off x="685800" y="20193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11111"/>
                </a:solidFill>
                <a:latin typeface="Arial"/>
                <a:ea typeface="Arial"/>
                <a:cs typeface="Arial"/>
              </a:defRPr>
            </a:defPPr>
            <a:lvl1pPr algn="l">
              <a:defRPr sz="1800" b="0">
                <a:solidFill>
                  <a:srgbClr val="111111"/>
                </a:solidFill>
                <a:latin typeface="Arial"/>
                <a:ea typeface="Arial"/>
                <a:cs typeface="Arial"/>
              </a:defRPr>
            </a:lvl1pPr>
            <a:lvl2pPr algn="l">
              <a:defRPr sz="1800" b="0">
                <a:solidFill>
                  <a:srgbClr val="111111"/>
                </a:solidFill>
                <a:latin typeface="Arial"/>
                <a:ea typeface="Arial"/>
                <a:cs typeface="Arial"/>
              </a:defRPr>
            </a:lvl2pPr>
            <a:lvl3pPr algn="l">
              <a:defRPr sz="1800" b="0">
                <a:solidFill>
                  <a:srgbClr val="111111"/>
                </a:solidFill>
                <a:latin typeface="Arial"/>
                <a:ea typeface="Arial"/>
                <a:cs typeface="Arial"/>
              </a:defRPr>
            </a:lvl3pPr>
            <a:lvl4pPr algn="l">
              <a:defRPr sz="1800" b="0">
                <a:solidFill>
                  <a:srgbClr val="111111"/>
                </a:solidFill>
                <a:latin typeface="Arial"/>
                <a:ea typeface="Arial"/>
                <a:cs typeface="Arial"/>
              </a:defRPr>
            </a:lvl4pPr>
            <a:lvl5pPr algn="l">
              <a:defRPr sz="1800" b="0">
                <a:solidFill>
                  <a:srgbClr val="111111"/>
                </a:solidFill>
                <a:latin typeface="Arial"/>
                <a:ea typeface="Arial"/>
                <a:cs typeface="Arial"/>
              </a:defRPr>
            </a:lvl5pPr>
            <a:lvl6pPr algn="l">
              <a:defRPr sz="1800" b="0">
                <a:solidFill>
                  <a:srgbClr val="111111"/>
                </a:solidFill>
                <a:latin typeface="Arial"/>
                <a:ea typeface="Arial"/>
                <a:cs typeface="Arial"/>
              </a:defRPr>
            </a:lvl6pPr>
            <a:lvl7pPr algn="l">
              <a:defRPr sz="1800" b="0">
                <a:solidFill>
                  <a:srgbClr val="111111"/>
                </a:solidFill>
                <a:latin typeface="Arial"/>
                <a:ea typeface="Arial"/>
                <a:cs typeface="Arial"/>
              </a:defRPr>
            </a:lvl7pPr>
            <a:lvl8pPr algn="l">
              <a:defRPr sz="1800" b="0">
                <a:solidFill>
                  <a:srgbClr val="111111"/>
                </a:solidFill>
                <a:latin typeface="Arial"/>
                <a:ea typeface="Arial"/>
                <a:cs typeface="Arial"/>
              </a:defRPr>
            </a:lvl8pPr>
            <a:lvl9pPr algn="l">
              <a:defRPr sz="1800" b="0">
                <a:solidFill>
                  <a:srgbClr val="111111"/>
                </a:solidFill>
                <a:latin typeface="Arial"/>
                <a:ea typeface="Arial"/>
                <a:cs typeface="Arial"/>
              </a:defRPr>
            </a:lvl9pPr>
          </a:lstStyle>
          <a:p xmlns:a="http://schemas.openxmlformats.org/drawingml/2006/main">
            <a:pPr algn="l">
              <a:lnSpc>
                <a:spcPct val="113000"/>
              </a:lnSpc>
              <a:buNone/>
              <a:defRPr sz="1800" b="0">
                <a:solidFill>
                  <a:srgbClr val="111111"/>
                </a:solidFill>
                <a:latin typeface="Arial"/>
                <a:ea typeface="Arial"/>
                <a:cs typeface="Arial"/>
              </a:defRPr>
            </a:pPr>
            <a:r>
              <a:rPr sz="1800" b="0">
                <a:solidFill>
                  <a:srgbClr val="111111"/>
                </a:solidFill>
                <a:latin typeface="Arial"/>
                <a:ea typeface="Arial"/>
                <a:cs typeface="Arial"/>
              </a:rPr>
              <a:t>Quadro 4 - Componentes e condições do cenário candidato</a:t>
            </a:r>
          </a:p>
        </p:txBody>
      </p:sp>
      <p:graphicFrame>
        <p:nvGraphicFramePr>
          <p:cNvPr id="7" name="candidate-components">
            <a:extLst xmlns:a="http://schemas.openxmlformats.org/drawingml/2006/main">
              <a:ext uri="{FF2B5EF4-FFF2-40B4-BE49-F238E27FC236}">
                <a16:creationId xmlns:a16="http://schemas.microsoft.com/office/drawing/2014/main" id="{77538381-3927-48AA-850C-E737F23B94F9}"/>
              </a:ext>
            </a:extLst>
          </p:cNvPr>
          <p:cNvGraphicFramePr/>
          <p:nvPr/>
        </p:nvGraphicFramePr>
        <p:xfrm>
          <a:off xmlns:a="http://schemas.openxmlformats.org/drawingml/2006/main" x="685800" y="2419350"/>
          <a:ext xmlns:a="http://schemas.openxmlformats.org/drawingml/2006/main" cx="10820400" cy="2686050"/>
        </p:xfrm>
        <a:graphic xmlns:a="http://schemas.openxmlformats.org/drawingml/2006/main">
          <a:graphicData uri="http://schemas.openxmlformats.org/drawingml/2006/table">
            <a:tbl>
              <a:tblPr firstRow="1" bandRow="0"/>
              <a:tblGrid>
                <a:gridCol w="2781300"/>
                <a:gridCol w="3924300"/>
                <a:gridCol w="4114800"/>
              </a:tblGrid>
              <a:tr h="457200">
                <a:tc>
                  <a:txBody>
                    <a:bodyPr wrap="square">
                      <a:noAutofit/>
                    </a:bodyPr>
                    <a:lstStyle/>
                    <a:p>
                      <a:pPr>
                        <a:lnSpc>
                          <a:spcPct val="106000"/>
                        </a:lnSpc>
                        <a:buNone/>
                      </a:pPr>
                      <a:r>
                        <a:rPr sz="1950" b="1">
                          <a:solidFill>
                            <a:srgbClr val="111111"/>
                          </a:solidFill>
                          <a:latin typeface="Arial"/>
                          <a:ea typeface="Arial"/>
                          <a:cs typeface="Arial"/>
                        </a:rPr>
                        <a:t>Componente</a:t>
                      </a:r>
                    </a:p>
                  </a:txBody>
                  <a:tcPr marL="114300" marR="114300" marT="66675" marB="66675" anchor="ctr">
                    <a:lnL w="6191">
                      <a:solidFill>
                        <a:srgbClr val="A7A7A7"/>
                      </a:solidFill>
                      <a:prstDash val="solid"/>
                    </a:lnL>
                    <a:lnR w="6191">
                      <a:solidFill>
                        <a:srgbClr val="A7A7A7"/>
                      </a:solidFill>
                      <a:prstDash val="solid"/>
                    </a:lnR>
                    <a:lnT w="6191">
                      <a:solidFill>
                        <a:srgbClr val="A7A7A7"/>
                      </a:solidFill>
                      <a:prstDash val="solid"/>
                    </a:lnT>
                    <a:lnB w="6191">
                      <a:solidFill>
                        <a:srgbClr val="A7A7A7"/>
                      </a:solidFill>
                      <a:prstDash val="solid"/>
                    </a:lnB>
                    <a:solidFill>
                      <a:srgbClr val="E8E8E8"/>
                    </a:solidFill>
                  </a:tcPr>
                </a:tc>
                <a:tc>
                  <a:txBody>
                    <a:bodyPr wrap="square">
                      <a:noAutofit/>
                    </a:bodyPr>
                    <a:lstStyle/>
                    <a:p>
                      <a:pPr>
                        <a:lnSpc>
                          <a:spcPct val="106000"/>
                        </a:lnSpc>
                        <a:buNone/>
                      </a:pPr>
                      <a:r>
                        <a:rPr sz="1950" b="1">
                          <a:solidFill>
                            <a:srgbClr val="111111"/>
                          </a:solidFill>
                          <a:latin typeface="Arial"/>
                          <a:ea typeface="Arial"/>
                          <a:cs typeface="Arial"/>
                        </a:rPr>
                        <a:t>Finalidade</a:t>
                      </a:r>
                    </a:p>
                  </a:txBody>
                  <a:tcPr marL="114300" marR="114300" marT="66675" marB="66675" anchor="ctr">
                    <a:lnR w="6191">
                      <a:solidFill>
                        <a:srgbClr val="A7A7A7"/>
                      </a:solidFill>
                      <a:prstDash val="solid"/>
                    </a:lnR>
                    <a:lnT w="6191">
                      <a:solidFill>
                        <a:srgbClr val="A7A7A7"/>
                      </a:solidFill>
                      <a:prstDash val="solid"/>
                    </a:lnT>
                    <a:lnB w="6191">
                      <a:solidFill>
                        <a:srgbClr val="A7A7A7"/>
                      </a:solidFill>
                      <a:prstDash val="solid"/>
                    </a:lnB>
                    <a:solidFill>
                      <a:srgbClr val="E8E8E8"/>
                    </a:solidFill>
                  </a:tcPr>
                </a:tc>
                <a:tc>
                  <a:txBody>
                    <a:bodyPr wrap="square">
                      <a:noAutofit/>
                    </a:bodyPr>
                    <a:lstStyle/>
                    <a:p>
                      <a:pPr>
                        <a:lnSpc>
                          <a:spcPct val="106000"/>
                        </a:lnSpc>
                        <a:buNone/>
                      </a:pPr>
                      <a:r>
                        <a:rPr sz="1950" b="1">
                          <a:solidFill>
                            <a:srgbClr val="111111"/>
                          </a:solidFill>
                          <a:latin typeface="Arial"/>
                          <a:ea typeface="Arial"/>
                          <a:cs typeface="Arial"/>
                        </a:rPr>
                        <a:t>Condição de projeto</a:t>
                      </a:r>
                    </a:p>
                  </a:txBody>
                  <a:tcPr marL="114300" marR="114300" marT="66675" marB="66675" anchor="ctr">
                    <a:lnR w="6191">
                      <a:solidFill>
                        <a:srgbClr val="A7A7A7"/>
                      </a:solidFill>
                      <a:prstDash val="solid"/>
                    </a:lnR>
                    <a:lnT w="6191">
                      <a:solidFill>
                        <a:srgbClr val="A7A7A7"/>
                      </a:solidFill>
                      <a:prstDash val="solid"/>
                    </a:lnT>
                    <a:lnB w="6191">
                      <a:solidFill>
                        <a:srgbClr val="A7A7A7"/>
                      </a:solidFill>
                      <a:prstDash val="solid"/>
                    </a:lnB>
                    <a:solidFill>
                      <a:srgbClr val="E8E8E8"/>
                    </a:solidFill>
                  </a:tcPr>
                </a:tc>
              </a:tr>
              <a:tr h="742950">
                <a:tc>
                  <a:txBody>
                    <a:bodyPr wrap="square">
                      <a:noAutofit/>
                    </a:bodyPr>
                    <a:lstStyle/>
                    <a:p>
                      <a:pPr>
                        <a:lnSpc>
                          <a:spcPct val="106000"/>
                        </a:lnSpc>
                        <a:buNone/>
                      </a:pPr>
                      <a:r>
                        <a:rPr sz="1950" b="0">
                          <a:solidFill>
                            <a:srgbClr val="111111"/>
                          </a:solidFill>
                          <a:latin typeface="Arial"/>
                          <a:ea typeface="Arial"/>
                          <a:cs typeface="Arial"/>
                        </a:rPr>
                        <a:t>AD DS</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950" b="0">
                          <a:solidFill>
                            <a:srgbClr val="111111"/>
                          </a:solidFill>
                          <a:latin typeface="Arial"/>
                          <a:ea typeface="Arial"/>
                          <a:cs typeface="Arial"/>
                        </a:rPr>
                        <a:t>Contas, grupos e políticas.</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950" b="0">
                          <a:solidFill>
                            <a:srgbClr val="111111"/>
                          </a:solidFill>
                          <a:latin typeface="Arial"/>
                          <a:ea typeface="Arial"/>
                          <a:cs typeface="Arial"/>
                        </a:rPr>
                        <a:t>Infraestrutura, licenças e recuperação.</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r h="742950">
                <a:tc>
                  <a:txBody>
                    <a:bodyPr wrap="square">
                      <a:noAutofit/>
                    </a:bodyPr>
                    <a:lstStyle/>
                    <a:p>
                      <a:pPr>
                        <a:lnSpc>
                          <a:spcPct val="106000"/>
                        </a:lnSpc>
                        <a:buNone/>
                      </a:pPr>
                      <a:r>
                        <a:rPr sz="1950" b="0">
                          <a:solidFill>
                            <a:srgbClr val="111111"/>
                          </a:solidFill>
                          <a:latin typeface="Arial"/>
                          <a:ea typeface="Arial"/>
                          <a:cs typeface="Arial"/>
                        </a:rPr>
                        <a:t>GLPI</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950" b="0">
                          <a:solidFill>
                            <a:srgbClr val="111111"/>
                          </a:solidFill>
                          <a:latin typeface="Arial"/>
                          <a:ea typeface="Arial"/>
                          <a:cs typeface="Arial"/>
                        </a:rPr>
                        <a:t>Solicitações, histórico e ativos.</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950" b="0">
                          <a:solidFill>
                            <a:srgbClr val="111111"/>
                          </a:solidFill>
                          <a:latin typeface="Arial"/>
                          <a:ea typeface="Arial"/>
                          <a:cs typeface="Arial"/>
                        </a:rPr>
                        <a:t>Versão, manutenção e integração.</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r h="742950">
                <a:tc>
                  <a:txBody>
                    <a:bodyPr wrap="square">
                      <a:noAutofit/>
                    </a:bodyPr>
                    <a:lstStyle/>
                    <a:p>
                      <a:pPr>
                        <a:lnSpc>
                          <a:spcPct val="106000"/>
                        </a:lnSpc>
                        <a:buNone/>
                      </a:pPr>
                      <a:r>
                        <a:rPr sz="1950" b="0">
                          <a:solidFill>
                            <a:srgbClr val="111111"/>
                          </a:solidFill>
                          <a:latin typeface="Arial"/>
                          <a:ea typeface="Arial"/>
                          <a:cs typeface="Arial"/>
                        </a:rPr>
                        <a:t>Estações Windows</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950" b="0">
                          <a:solidFill>
                            <a:srgbClr val="111111"/>
                          </a:solidFill>
                          <a:latin typeface="Arial"/>
                          <a:ea typeface="Arial"/>
                          <a:cs typeface="Arial"/>
                        </a:rPr>
                        <a:t>Ambiente acadêmico e sessões.</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950" b="0">
                          <a:solidFill>
                            <a:srgbClr val="111111"/>
                          </a:solidFill>
                          <a:latin typeface="Arial"/>
                          <a:ea typeface="Arial"/>
                          <a:cs typeface="Arial"/>
                        </a:rPr>
                        <a:t>Compatibilidade, permissões e auditoria.</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bl>
          </a:graphicData>
        </a:graphic>
      </p:graphicFrame>
      <p:sp>
        <p:nvSpPr>
          <p:cNvPr id="8" name="integration">
            <a:extLst xmlns:a="http://schemas.openxmlformats.org/drawingml/2006/main">
              <a:ext uri="{FF2B5EF4-FFF2-40B4-BE49-F238E27FC236}">
                <a16:creationId xmlns:a16="http://schemas.microsoft.com/office/drawing/2014/main" id="{845113CF-14F8-486C-9FCE-6B2D72126DD5}"/>
              </a:ext>
            </a:extLst>
          </p:cNvPr>
          <p:cNvSpPr>
            <a:spLocks xmlns:a="http://schemas.openxmlformats.org/drawingml/2006/main" noGrp="1"/>
          </p:cNvSpPr>
          <p:nvPr/>
        </p:nvSpPr>
        <p:spPr>
          <a:xfrm xmlns:a="http://schemas.openxmlformats.org/drawingml/2006/main">
            <a:off x="685800" y="5419725"/>
            <a:ext cx="108204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11111"/>
                </a:solidFill>
                <a:latin typeface="Arial"/>
                <a:ea typeface="Arial"/>
                <a:cs typeface="Arial"/>
              </a:defRPr>
            </a:defPPr>
            <a:lvl1pPr algn="l">
              <a:defRPr sz="2025" b="0">
                <a:solidFill>
                  <a:srgbClr val="111111"/>
                </a:solidFill>
                <a:latin typeface="Arial"/>
                <a:ea typeface="Arial"/>
                <a:cs typeface="Arial"/>
              </a:defRPr>
            </a:lvl1pPr>
            <a:lvl2pPr algn="l">
              <a:defRPr sz="2025" b="0">
                <a:solidFill>
                  <a:srgbClr val="111111"/>
                </a:solidFill>
                <a:latin typeface="Arial"/>
                <a:ea typeface="Arial"/>
                <a:cs typeface="Arial"/>
              </a:defRPr>
            </a:lvl2pPr>
            <a:lvl3pPr algn="l">
              <a:defRPr sz="2025" b="0">
                <a:solidFill>
                  <a:srgbClr val="111111"/>
                </a:solidFill>
                <a:latin typeface="Arial"/>
                <a:ea typeface="Arial"/>
                <a:cs typeface="Arial"/>
              </a:defRPr>
            </a:lvl3pPr>
            <a:lvl4pPr algn="l">
              <a:defRPr sz="2025" b="0">
                <a:solidFill>
                  <a:srgbClr val="111111"/>
                </a:solidFill>
                <a:latin typeface="Arial"/>
                <a:ea typeface="Arial"/>
                <a:cs typeface="Arial"/>
              </a:defRPr>
            </a:lvl4pPr>
            <a:lvl5pPr algn="l">
              <a:defRPr sz="2025" b="0">
                <a:solidFill>
                  <a:srgbClr val="111111"/>
                </a:solidFill>
                <a:latin typeface="Arial"/>
                <a:ea typeface="Arial"/>
                <a:cs typeface="Arial"/>
              </a:defRPr>
            </a:lvl5pPr>
            <a:lvl6pPr algn="l">
              <a:defRPr sz="2025" b="0">
                <a:solidFill>
                  <a:srgbClr val="111111"/>
                </a:solidFill>
                <a:latin typeface="Arial"/>
                <a:ea typeface="Arial"/>
                <a:cs typeface="Arial"/>
              </a:defRPr>
            </a:lvl6pPr>
            <a:lvl7pPr algn="l">
              <a:defRPr sz="2025" b="0">
                <a:solidFill>
                  <a:srgbClr val="111111"/>
                </a:solidFill>
                <a:latin typeface="Arial"/>
                <a:ea typeface="Arial"/>
                <a:cs typeface="Arial"/>
              </a:defRPr>
            </a:lvl7pPr>
            <a:lvl8pPr algn="l">
              <a:defRPr sz="2025" b="0">
                <a:solidFill>
                  <a:srgbClr val="111111"/>
                </a:solidFill>
                <a:latin typeface="Arial"/>
                <a:ea typeface="Arial"/>
                <a:cs typeface="Arial"/>
              </a:defRPr>
            </a:lvl8pPr>
            <a:lvl9pPr algn="l">
              <a:defRPr sz="2025" b="0">
                <a:solidFill>
                  <a:srgbClr val="111111"/>
                </a:solidFill>
                <a:latin typeface="Arial"/>
                <a:ea typeface="Arial"/>
                <a:cs typeface="Arial"/>
              </a:defRPr>
            </a:lvl9pPr>
          </a:lstStyle>
          <a:p xmlns:a="http://schemas.openxmlformats.org/drawingml/2006/main">
            <a:pPr algn="l">
              <a:lnSpc>
                <a:spcPct val="113000"/>
              </a:lnSpc>
              <a:buNone/>
              <a:defRPr sz="2025" b="0">
                <a:solidFill>
                  <a:srgbClr val="111111"/>
                </a:solidFill>
                <a:latin typeface="Arial"/>
                <a:ea typeface="Arial"/>
                <a:cs typeface="Arial"/>
              </a:defRPr>
            </a:pPr>
            <a:r>
              <a:rPr sz="2025" b="0">
                <a:solidFill>
                  <a:srgbClr val="111111"/>
                </a:solidFill>
                <a:latin typeface="Arial"/>
                <a:ea typeface="Arial"/>
                <a:cs typeface="Arial"/>
              </a:rPr>
              <a:t>A integração LDAP pode autenticar, importar e sincronizar usuários no GLPI. SSO e inventário automático exigem mecanismos próprios.</a:t>
            </a:r>
          </a:p>
        </p:txBody>
      </p:sp>
      <p:sp>
        <p:nvSpPr>
          <p:cNvPr id="9" name="source">
            <a:extLst xmlns:a="http://schemas.openxmlformats.org/drawingml/2006/main">
              <a:ext uri="{FF2B5EF4-FFF2-40B4-BE49-F238E27FC236}">
                <a16:creationId xmlns:a16="http://schemas.microsoft.com/office/drawing/2014/main" id="{56A24A9D-46E3-4EB2-87E6-FBA176B4E86B}"/>
              </a:ext>
            </a:extLst>
          </p:cNvPr>
          <p:cNvSpPr>
            <a:spLocks xmlns:a="http://schemas.openxmlformats.org/drawingml/2006/main" noGrp="1"/>
          </p:cNvSpPr>
          <p:nvPr/>
        </p:nvSpPr>
        <p:spPr>
          <a:xfrm xmlns:a="http://schemas.openxmlformats.org/drawingml/2006/main">
            <a:off x="685800" y="6200775"/>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464646"/>
                </a:solidFill>
                <a:latin typeface="Arial"/>
                <a:ea typeface="Arial"/>
                <a:cs typeface="Arial"/>
              </a:defRPr>
            </a:defPPr>
            <a:lvl1pPr algn="l">
              <a:defRPr sz="1500" b="0">
                <a:solidFill>
                  <a:srgbClr val="464646"/>
                </a:solidFill>
                <a:latin typeface="Arial"/>
                <a:ea typeface="Arial"/>
                <a:cs typeface="Arial"/>
              </a:defRPr>
            </a:lvl1pPr>
            <a:lvl2pPr algn="l">
              <a:defRPr sz="1500" b="0">
                <a:solidFill>
                  <a:srgbClr val="464646"/>
                </a:solidFill>
                <a:latin typeface="Arial"/>
                <a:ea typeface="Arial"/>
                <a:cs typeface="Arial"/>
              </a:defRPr>
            </a:lvl2pPr>
            <a:lvl3pPr algn="l">
              <a:defRPr sz="1500" b="0">
                <a:solidFill>
                  <a:srgbClr val="464646"/>
                </a:solidFill>
                <a:latin typeface="Arial"/>
                <a:ea typeface="Arial"/>
                <a:cs typeface="Arial"/>
              </a:defRPr>
            </a:lvl3pPr>
            <a:lvl4pPr algn="l">
              <a:defRPr sz="1500" b="0">
                <a:solidFill>
                  <a:srgbClr val="464646"/>
                </a:solidFill>
                <a:latin typeface="Arial"/>
                <a:ea typeface="Arial"/>
                <a:cs typeface="Arial"/>
              </a:defRPr>
            </a:lvl4pPr>
            <a:lvl5pPr algn="l">
              <a:defRPr sz="1500" b="0">
                <a:solidFill>
                  <a:srgbClr val="464646"/>
                </a:solidFill>
                <a:latin typeface="Arial"/>
                <a:ea typeface="Arial"/>
                <a:cs typeface="Arial"/>
              </a:defRPr>
            </a:lvl5pPr>
            <a:lvl6pPr algn="l">
              <a:defRPr sz="1500" b="0">
                <a:solidFill>
                  <a:srgbClr val="464646"/>
                </a:solidFill>
                <a:latin typeface="Arial"/>
                <a:ea typeface="Arial"/>
                <a:cs typeface="Arial"/>
              </a:defRPr>
            </a:lvl6pPr>
            <a:lvl7pPr algn="l">
              <a:defRPr sz="1500" b="0">
                <a:solidFill>
                  <a:srgbClr val="464646"/>
                </a:solidFill>
                <a:latin typeface="Arial"/>
                <a:ea typeface="Arial"/>
                <a:cs typeface="Arial"/>
              </a:defRPr>
            </a:lvl7pPr>
            <a:lvl8pPr algn="l">
              <a:defRPr sz="1500" b="0">
                <a:solidFill>
                  <a:srgbClr val="464646"/>
                </a:solidFill>
                <a:latin typeface="Arial"/>
                <a:ea typeface="Arial"/>
                <a:cs typeface="Arial"/>
              </a:defRPr>
            </a:lvl8pPr>
            <a:lvl9pPr algn="l">
              <a:defRPr sz="1500" b="0">
                <a:solidFill>
                  <a:srgbClr val="464646"/>
                </a:solidFill>
                <a:latin typeface="Arial"/>
                <a:ea typeface="Arial"/>
                <a:cs typeface="Arial"/>
              </a:defRPr>
            </a:lvl9pPr>
          </a:lstStyle>
          <a:p xmlns:a="http://schemas.openxmlformats.org/drawingml/2006/main">
            <a:pPr algn="l">
              <a:lnSpc>
                <a:spcPct val="105000"/>
              </a:lnSpc>
              <a:buNone/>
              <a:defRPr sz="1500" b="0">
                <a:solidFill>
                  <a:srgbClr val="464646"/>
                </a:solidFill>
                <a:latin typeface="Arial"/>
                <a:ea typeface="Arial"/>
                <a:cs typeface="Arial"/>
              </a:defRPr>
            </a:pPr>
            <a:r>
              <a:rPr sz="1500" b="0">
                <a:solidFill>
                  <a:srgbClr val="464646"/>
                </a:solidFill>
                <a:latin typeface="Arial"/>
                <a:ea typeface="Arial"/>
                <a:cs typeface="Arial"/>
              </a:rPr>
              <a:t>Fonte: elaboração própria; Microsoft ([s. d.]a) e GLPI ([s. d.]a, [s. d.]b, [s. d.]c).</a:t>
            </a:r>
          </a:p>
        </p:txBody>
      </p:sp>
    </p:spTree>
    <p:extLst>
      <p:ext uri="{BB962C8B-B14F-4D97-AF65-F5344CB8AC3E}">
        <p14:creationId xmlns:p14="http://schemas.microsoft.com/office/powerpoint/2010/main" val="81478490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DC3C0463-2F50-4C87-8E66-B9110B3E960D}"/>
              </a:ext>
            </a:extLst>
          </p:cNvPr>
          <p:cNvSpPr>
            <a:spLocks xmlns:a="http://schemas.openxmlformats.org/drawingml/2006/main" noGrp="1"/>
          </p:cNvSpPr>
          <p:nvPr/>
        </p:nvSpPr>
        <p:spPr>
          <a:xfrm xmlns:a="http://schemas.openxmlformats.org/drawingml/2006/main">
            <a:off x="685800" y="41910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11111"/>
                </a:solidFill>
                <a:latin typeface="Arial"/>
                <a:ea typeface="Arial"/>
                <a:cs typeface="Arial"/>
              </a:defRPr>
            </a:defPPr>
            <a:lvl1pPr algn="l">
              <a:defRPr sz="3300" b="1">
                <a:solidFill>
                  <a:srgbClr val="111111"/>
                </a:solidFill>
                <a:latin typeface="Arial"/>
                <a:ea typeface="Arial"/>
                <a:cs typeface="Arial"/>
              </a:defRPr>
            </a:lvl1pPr>
            <a:lvl2pPr algn="l">
              <a:defRPr sz="3300" b="1">
                <a:solidFill>
                  <a:srgbClr val="111111"/>
                </a:solidFill>
                <a:latin typeface="Arial"/>
                <a:ea typeface="Arial"/>
                <a:cs typeface="Arial"/>
              </a:defRPr>
            </a:lvl2pPr>
            <a:lvl3pPr algn="l">
              <a:defRPr sz="3300" b="1">
                <a:solidFill>
                  <a:srgbClr val="111111"/>
                </a:solidFill>
                <a:latin typeface="Arial"/>
                <a:ea typeface="Arial"/>
                <a:cs typeface="Arial"/>
              </a:defRPr>
            </a:lvl3pPr>
            <a:lvl4pPr algn="l">
              <a:defRPr sz="3300" b="1">
                <a:solidFill>
                  <a:srgbClr val="111111"/>
                </a:solidFill>
                <a:latin typeface="Arial"/>
                <a:ea typeface="Arial"/>
                <a:cs typeface="Arial"/>
              </a:defRPr>
            </a:lvl4pPr>
            <a:lvl5pPr algn="l">
              <a:defRPr sz="3300" b="1">
                <a:solidFill>
                  <a:srgbClr val="111111"/>
                </a:solidFill>
                <a:latin typeface="Arial"/>
                <a:ea typeface="Arial"/>
                <a:cs typeface="Arial"/>
              </a:defRPr>
            </a:lvl5pPr>
            <a:lvl6pPr algn="l">
              <a:defRPr sz="3300" b="1">
                <a:solidFill>
                  <a:srgbClr val="111111"/>
                </a:solidFill>
                <a:latin typeface="Arial"/>
                <a:ea typeface="Arial"/>
                <a:cs typeface="Arial"/>
              </a:defRPr>
            </a:lvl6pPr>
            <a:lvl7pPr algn="l">
              <a:defRPr sz="3300" b="1">
                <a:solidFill>
                  <a:srgbClr val="111111"/>
                </a:solidFill>
                <a:latin typeface="Arial"/>
                <a:ea typeface="Arial"/>
                <a:cs typeface="Arial"/>
              </a:defRPr>
            </a:lvl7pPr>
            <a:lvl8pPr algn="l">
              <a:defRPr sz="3300" b="1">
                <a:solidFill>
                  <a:srgbClr val="111111"/>
                </a:solidFill>
                <a:latin typeface="Arial"/>
                <a:ea typeface="Arial"/>
                <a:cs typeface="Arial"/>
              </a:defRPr>
            </a:lvl8pPr>
            <a:lvl9pPr algn="l">
              <a:defRPr sz="3300" b="1">
                <a:solidFill>
                  <a:srgbClr val="111111"/>
                </a:solidFill>
                <a:latin typeface="Arial"/>
                <a:ea typeface="Arial"/>
                <a:cs typeface="Arial"/>
              </a:defRPr>
            </a:lvl9pPr>
          </a:lstStyle>
          <a:p xmlns:a="http://schemas.openxmlformats.org/drawingml/2006/main">
            <a:pPr algn="l">
              <a:lnSpc>
                <a:spcPct val="113000"/>
              </a:lnSpc>
              <a:buNone/>
              <a:defRPr sz="3300" b="1">
                <a:solidFill>
                  <a:srgbClr val="111111"/>
                </a:solidFill>
                <a:latin typeface="Arial"/>
                <a:ea typeface="Arial"/>
                <a:cs typeface="Arial"/>
              </a:defRPr>
            </a:pPr>
            <a:r>
              <a:rPr sz="3300" b="1">
                <a:solidFill>
                  <a:srgbClr val="111111"/>
                </a:solidFill>
                <a:latin typeface="Arial"/>
                <a:ea typeface="Arial"/>
                <a:cs typeface="Arial"/>
              </a:rPr>
              <a:t>10 GOVERNANÇA DOS ACESSOS</a:t>
            </a:r>
          </a:p>
        </p:txBody>
      </p:sp>
      <p:sp>
        <p:nvSpPr>
          <p:cNvPr id="2" name="heading-rule">
            <a:extLst xmlns:a="http://schemas.openxmlformats.org/drawingml/2006/main">
              <a:ext uri="{FF2B5EF4-FFF2-40B4-BE49-F238E27FC236}">
                <a16:creationId xmlns:a16="http://schemas.microsoft.com/office/drawing/2014/main" id="{E182C38A-95A1-4433-BBD1-0AC9EE95C09F}"/>
              </a:ext>
            </a:extLst>
          </p:cNvPr>
          <p:cNvSpPr>
            <a:spLocks xmlns:a="http://schemas.openxmlformats.org/drawingml/2006/main" noGrp="1"/>
          </p:cNvSpPr>
          <p:nvPr/>
        </p:nvSpPr>
        <p:spPr>
          <a:xfrm xmlns:a="http://schemas.openxmlformats.org/drawingml/2006/main">
            <a:off x="685800" y="1171575"/>
            <a:ext cx="10820400" cy="0"/>
          </a:xfrm>
          <a:prstGeom xmlns:a="http://schemas.openxmlformats.org/drawingml/2006/main" prst="line">
            <a:avLst/>
          </a:prstGeom>
          <a:noFill xmlns:a="http://schemas.openxmlformats.org/drawingml/2006/main"/>
          <a:ln xmlns:a="http://schemas.openxmlformats.org/drawingml/2006/main" w="11430">
            <a:solidFill>
              <a:srgbClr val="AD1115"/>
            </a:solidFill>
            <a:prstDash val="solid"/>
          </a:ln>
        </p:spPr>
      </p:sp>
      <p:sp>
        <p:nvSpPr>
          <p:cNvPr id="3" name="institution-footer">
            <a:extLst xmlns:a="http://schemas.openxmlformats.org/drawingml/2006/main">
              <a:ext uri="{FF2B5EF4-FFF2-40B4-BE49-F238E27FC236}">
                <a16:creationId xmlns:a16="http://schemas.microsoft.com/office/drawing/2014/main" id="{93B645AC-D5D3-483E-854A-7F92B5E5A727}"/>
              </a:ext>
            </a:extLst>
          </p:cNvPr>
          <p:cNvSpPr>
            <a:spLocks xmlns:a="http://schemas.openxmlformats.org/drawingml/2006/main" noGrp="1"/>
          </p:cNvSpPr>
          <p:nvPr/>
        </p:nvSpPr>
        <p:spPr>
          <a:xfrm xmlns:a="http://schemas.openxmlformats.org/drawingml/2006/main">
            <a:off x="685800" y="654367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64646"/>
                </a:solidFill>
                <a:latin typeface="Arial"/>
                <a:ea typeface="Arial"/>
                <a:cs typeface="Arial"/>
              </a:defRPr>
            </a:defPPr>
            <a:lvl1pPr algn="l">
              <a:defRPr sz="1350" b="0">
                <a:solidFill>
                  <a:srgbClr val="464646"/>
                </a:solidFill>
                <a:latin typeface="Arial"/>
                <a:ea typeface="Arial"/>
                <a:cs typeface="Arial"/>
              </a:defRPr>
            </a:lvl1pPr>
            <a:lvl2pPr algn="l">
              <a:defRPr sz="1350" b="0">
                <a:solidFill>
                  <a:srgbClr val="464646"/>
                </a:solidFill>
                <a:latin typeface="Arial"/>
                <a:ea typeface="Arial"/>
                <a:cs typeface="Arial"/>
              </a:defRPr>
            </a:lvl2pPr>
            <a:lvl3pPr algn="l">
              <a:defRPr sz="1350" b="0">
                <a:solidFill>
                  <a:srgbClr val="464646"/>
                </a:solidFill>
                <a:latin typeface="Arial"/>
                <a:ea typeface="Arial"/>
                <a:cs typeface="Arial"/>
              </a:defRPr>
            </a:lvl3pPr>
            <a:lvl4pPr algn="l">
              <a:defRPr sz="1350" b="0">
                <a:solidFill>
                  <a:srgbClr val="464646"/>
                </a:solidFill>
                <a:latin typeface="Arial"/>
                <a:ea typeface="Arial"/>
                <a:cs typeface="Arial"/>
              </a:defRPr>
            </a:lvl4pPr>
            <a:lvl5pPr algn="l">
              <a:defRPr sz="1350" b="0">
                <a:solidFill>
                  <a:srgbClr val="464646"/>
                </a:solidFill>
                <a:latin typeface="Arial"/>
                <a:ea typeface="Arial"/>
                <a:cs typeface="Arial"/>
              </a:defRPr>
            </a:lvl5pPr>
            <a:lvl6pPr algn="l">
              <a:defRPr sz="1350" b="0">
                <a:solidFill>
                  <a:srgbClr val="464646"/>
                </a:solidFill>
                <a:latin typeface="Arial"/>
                <a:ea typeface="Arial"/>
                <a:cs typeface="Arial"/>
              </a:defRPr>
            </a:lvl6pPr>
            <a:lvl7pPr algn="l">
              <a:defRPr sz="1350" b="0">
                <a:solidFill>
                  <a:srgbClr val="464646"/>
                </a:solidFill>
                <a:latin typeface="Arial"/>
                <a:ea typeface="Arial"/>
                <a:cs typeface="Arial"/>
              </a:defRPr>
            </a:lvl7pPr>
            <a:lvl8pPr algn="l">
              <a:defRPr sz="1350" b="0">
                <a:solidFill>
                  <a:srgbClr val="464646"/>
                </a:solidFill>
                <a:latin typeface="Arial"/>
                <a:ea typeface="Arial"/>
                <a:cs typeface="Arial"/>
              </a:defRPr>
            </a:lvl8pPr>
            <a:lvl9pPr algn="l">
              <a:defRPr sz="1350" b="0">
                <a:solidFill>
                  <a:srgbClr val="464646"/>
                </a:solidFill>
                <a:latin typeface="Arial"/>
                <a:ea typeface="Arial"/>
                <a:cs typeface="Arial"/>
              </a:defRPr>
            </a:lvl9pPr>
          </a:lstStyle>
          <a:p xmlns:a="http://schemas.openxmlformats.org/drawingml/2006/main">
            <a:pPr algn="l">
              <a:lnSpc>
                <a:spcPct val="113000"/>
              </a:lnSpc>
              <a:buNone/>
              <a:defRPr sz="1350" b="0">
                <a:solidFill>
                  <a:srgbClr val="464646"/>
                </a:solidFill>
                <a:latin typeface="Arial"/>
                <a:ea typeface="Arial"/>
                <a:cs typeface="Arial"/>
              </a:defRPr>
            </a:pPr>
            <a:r>
              <a:rPr sz="1350" b="0">
                <a:solidFill>
                  <a:srgbClr val="464646"/>
                </a:solidFill>
                <a:latin typeface="Arial"/>
                <a:ea typeface="Arial"/>
                <a:cs typeface="Arial"/>
              </a:rPr>
              <a:t>Fatec Barueri, Trabalho de Graduação I</a:t>
            </a:r>
          </a:p>
        </p:txBody>
      </p:sp>
      <p:sp>
        <p:nvSpPr>
          <p:cNvPr id="4" name="slide-number">
            <a:extLst xmlns:a="http://schemas.openxmlformats.org/drawingml/2006/main">
              <a:ext uri="{FF2B5EF4-FFF2-40B4-BE49-F238E27FC236}">
                <a16:creationId xmlns:a16="http://schemas.microsoft.com/office/drawing/2014/main" id="{8753E8E5-F252-4E12-9981-8723D2E734D5}"/>
              </a:ext>
            </a:extLst>
          </p:cNvPr>
          <p:cNvSpPr>
            <a:spLocks xmlns:a="http://schemas.openxmlformats.org/drawingml/2006/main" noGrp="1"/>
          </p:cNvSpPr>
          <p:nvPr/>
        </p:nvSpPr>
        <p:spPr>
          <a:xfrm xmlns:a="http://schemas.openxmlformats.org/drawingml/2006/main">
            <a:off x="11049000" y="65151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464646"/>
                </a:solidFill>
                <a:latin typeface="Arial"/>
                <a:ea typeface="Arial"/>
                <a:cs typeface="Arial"/>
              </a:defRPr>
            </a:defPPr>
            <a:lvl1pPr algn="r">
              <a:defRPr sz="1500" b="0">
                <a:solidFill>
                  <a:srgbClr val="464646"/>
                </a:solidFill>
                <a:latin typeface="Arial"/>
                <a:ea typeface="Arial"/>
                <a:cs typeface="Arial"/>
              </a:defRPr>
            </a:lvl1pPr>
            <a:lvl2pPr algn="r">
              <a:defRPr sz="1500" b="0">
                <a:solidFill>
                  <a:srgbClr val="464646"/>
                </a:solidFill>
                <a:latin typeface="Arial"/>
                <a:ea typeface="Arial"/>
                <a:cs typeface="Arial"/>
              </a:defRPr>
            </a:lvl2pPr>
            <a:lvl3pPr algn="r">
              <a:defRPr sz="1500" b="0">
                <a:solidFill>
                  <a:srgbClr val="464646"/>
                </a:solidFill>
                <a:latin typeface="Arial"/>
                <a:ea typeface="Arial"/>
                <a:cs typeface="Arial"/>
              </a:defRPr>
            </a:lvl3pPr>
            <a:lvl4pPr algn="r">
              <a:defRPr sz="1500" b="0">
                <a:solidFill>
                  <a:srgbClr val="464646"/>
                </a:solidFill>
                <a:latin typeface="Arial"/>
                <a:ea typeface="Arial"/>
                <a:cs typeface="Arial"/>
              </a:defRPr>
            </a:lvl4pPr>
            <a:lvl5pPr algn="r">
              <a:defRPr sz="1500" b="0">
                <a:solidFill>
                  <a:srgbClr val="464646"/>
                </a:solidFill>
                <a:latin typeface="Arial"/>
                <a:ea typeface="Arial"/>
                <a:cs typeface="Arial"/>
              </a:defRPr>
            </a:lvl5pPr>
            <a:lvl6pPr algn="r">
              <a:defRPr sz="1500" b="0">
                <a:solidFill>
                  <a:srgbClr val="464646"/>
                </a:solidFill>
                <a:latin typeface="Arial"/>
                <a:ea typeface="Arial"/>
                <a:cs typeface="Arial"/>
              </a:defRPr>
            </a:lvl6pPr>
            <a:lvl7pPr algn="r">
              <a:defRPr sz="1500" b="0">
                <a:solidFill>
                  <a:srgbClr val="464646"/>
                </a:solidFill>
                <a:latin typeface="Arial"/>
                <a:ea typeface="Arial"/>
                <a:cs typeface="Arial"/>
              </a:defRPr>
            </a:lvl7pPr>
            <a:lvl8pPr algn="r">
              <a:defRPr sz="1500" b="0">
                <a:solidFill>
                  <a:srgbClr val="464646"/>
                </a:solidFill>
                <a:latin typeface="Arial"/>
                <a:ea typeface="Arial"/>
                <a:cs typeface="Arial"/>
              </a:defRPr>
            </a:lvl8pPr>
            <a:lvl9pPr algn="r">
              <a:defRPr sz="1500" b="0">
                <a:solidFill>
                  <a:srgbClr val="464646"/>
                </a:solidFill>
                <a:latin typeface="Arial"/>
                <a:ea typeface="Arial"/>
                <a:cs typeface="Arial"/>
              </a:defRPr>
            </a:lvl9pPr>
          </a:lstStyle>
          <a:p xmlns:a="http://schemas.openxmlformats.org/drawingml/2006/main">
            <a:pPr algn="r">
              <a:lnSpc>
                <a:spcPct val="113000"/>
              </a:lnSpc>
              <a:buNone/>
              <a:defRPr sz="1500" b="0">
                <a:solidFill>
                  <a:srgbClr val="464646"/>
                </a:solidFill>
                <a:latin typeface="Arial"/>
                <a:ea typeface="Arial"/>
                <a:cs typeface="Arial"/>
              </a:defRPr>
            </a:pPr>
            <a:r>
              <a:rPr sz="1500" b="0">
                <a:solidFill>
                  <a:srgbClr val="464646"/>
                </a:solidFill>
                <a:latin typeface="Arial"/>
                <a:ea typeface="Arial"/>
                <a:cs typeface="Arial"/>
              </a:rPr>
              <a:t>11</a:t>
            </a:r>
          </a:p>
        </p:txBody>
      </p:sp>
      <p:sp>
        <p:nvSpPr>
          <p:cNvPr id="5" name="caption">
            <a:extLst xmlns:a="http://schemas.openxmlformats.org/drawingml/2006/main">
              <a:ext uri="{FF2B5EF4-FFF2-40B4-BE49-F238E27FC236}">
                <a16:creationId xmlns:a16="http://schemas.microsoft.com/office/drawing/2014/main" id="{7C479B68-E0FC-49A7-89D0-A7D708493698}"/>
              </a:ext>
            </a:extLst>
          </p:cNvPr>
          <p:cNvSpPr>
            <a:spLocks xmlns:a="http://schemas.openxmlformats.org/drawingml/2006/main" noGrp="1"/>
          </p:cNvSpPr>
          <p:nvPr/>
        </p:nvSpPr>
        <p:spPr>
          <a:xfrm xmlns:a="http://schemas.openxmlformats.org/drawingml/2006/main">
            <a:off x="685800" y="13906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11111"/>
                </a:solidFill>
                <a:latin typeface="Arial"/>
                <a:ea typeface="Arial"/>
                <a:cs typeface="Arial"/>
              </a:defRPr>
            </a:defPPr>
            <a:lvl1pPr algn="l">
              <a:defRPr sz="1800" b="0">
                <a:solidFill>
                  <a:srgbClr val="111111"/>
                </a:solidFill>
                <a:latin typeface="Arial"/>
                <a:ea typeface="Arial"/>
                <a:cs typeface="Arial"/>
              </a:defRPr>
            </a:lvl1pPr>
            <a:lvl2pPr algn="l">
              <a:defRPr sz="1800" b="0">
                <a:solidFill>
                  <a:srgbClr val="111111"/>
                </a:solidFill>
                <a:latin typeface="Arial"/>
                <a:ea typeface="Arial"/>
                <a:cs typeface="Arial"/>
              </a:defRPr>
            </a:lvl2pPr>
            <a:lvl3pPr algn="l">
              <a:defRPr sz="1800" b="0">
                <a:solidFill>
                  <a:srgbClr val="111111"/>
                </a:solidFill>
                <a:latin typeface="Arial"/>
                <a:ea typeface="Arial"/>
                <a:cs typeface="Arial"/>
              </a:defRPr>
            </a:lvl3pPr>
            <a:lvl4pPr algn="l">
              <a:defRPr sz="1800" b="0">
                <a:solidFill>
                  <a:srgbClr val="111111"/>
                </a:solidFill>
                <a:latin typeface="Arial"/>
                <a:ea typeface="Arial"/>
                <a:cs typeface="Arial"/>
              </a:defRPr>
            </a:lvl4pPr>
            <a:lvl5pPr algn="l">
              <a:defRPr sz="1800" b="0">
                <a:solidFill>
                  <a:srgbClr val="111111"/>
                </a:solidFill>
                <a:latin typeface="Arial"/>
                <a:ea typeface="Arial"/>
                <a:cs typeface="Arial"/>
              </a:defRPr>
            </a:lvl5pPr>
            <a:lvl6pPr algn="l">
              <a:defRPr sz="1800" b="0">
                <a:solidFill>
                  <a:srgbClr val="111111"/>
                </a:solidFill>
                <a:latin typeface="Arial"/>
                <a:ea typeface="Arial"/>
                <a:cs typeface="Arial"/>
              </a:defRPr>
            </a:lvl6pPr>
            <a:lvl7pPr algn="l">
              <a:defRPr sz="1800" b="0">
                <a:solidFill>
                  <a:srgbClr val="111111"/>
                </a:solidFill>
                <a:latin typeface="Arial"/>
                <a:ea typeface="Arial"/>
                <a:cs typeface="Arial"/>
              </a:defRPr>
            </a:lvl7pPr>
            <a:lvl8pPr algn="l">
              <a:defRPr sz="1800" b="0">
                <a:solidFill>
                  <a:srgbClr val="111111"/>
                </a:solidFill>
                <a:latin typeface="Arial"/>
                <a:ea typeface="Arial"/>
                <a:cs typeface="Arial"/>
              </a:defRPr>
            </a:lvl8pPr>
            <a:lvl9pPr algn="l">
              <a:defRPr sz="1800" b="0">
                <a:solidFill>
                  <a:srgbClr val="111111"/>
                </a:solidFill>
                <a:latin typeface="Arial"/>
                <a:ea typeface="Arial"/>
                <a:cs typeface="Arial"/>
              </a:defRPr>
            </a:lvl9pPr>
          </a:lstStyle>
          <a:p xmlns:a="http://schemas.openxmlformats.org/drawingml/2006/main">
            <a:pPr algn="l">
              <a:lnSpc>
                <a:spcPct val="113000"/>
              </a:lnSpc>
              <a:buNone/>
              <a:defRPr sz="1800" b="0">
                <a:solidFill>
                  <a:srgbClr val="111111"/>
                </a:solidFill>
                <a:latin typeface="Arial"/>
                <a:ea typeface="Arial"/>
                <a:cs typeface="Arial"/>
              </a:defRPr>
            </a:pPr>
            <a:r>
              <a:rPr sz="1800" b="0">
                <a:solidFill>
                  <a:srgbClr val="111111"/>
                </a:solidFill>
                <a:latin typeface="Arial"/>
                <a:ea typeface="Arial"/>
                <a:cs typeface="Arial"/>
              </a:rPr>
              <a:t>Quadro 5 - Diretrizes institucionais propostas</a:t>
            </a:r>
          </a:p>
        </p:txBody>
      </p:sp>
      <p:graphicFrame>
        <p:nvGraphicFramePr>
          <p:cNvPr id="6" name="account-governance">
            <a:extLst xmlns:a="http://schemas.openxmlformats.org/drawingml/2006/main">
              <a:ext uri="{FF2B5EF4-FFF2-40B4-BE49-F238E27FC236}">
                <a16:creationId xmlns:a16="http://schemas.microsoft.com/office/drawing/2014/main" id="{A0682AEB-66AB-413D-9D60-F03DDA65060E}"/>
              </a:ext>
            </a:extLst>
          </p:cNvPr>
          <p:cNvGraphicFramePr/>
          <p:nvPr/>
        </p:nvGraphicFramePr>
        <p:xfrm>
          <a:off xmlns:a="http://schemas.openxmlformats.org/drawingml/2006/main" x="685800" y="1809750"/>
          <a:ext xmlns:a="http://schemas.openxmlformats.org/drawingml/2006/main" cx="10820400" cy="3743325"/>
        </p:xfrm>
        <a:graphic xmlns:a="http://schemas.openxmlformats.org/drawingml/2006/main">
          <a:graphicData uri="http://schemas.openxmlformats.org/drawingml/2006/table">
            <a:tbl>
              <a:tblPr firstRow="1" bandRow="0"/>
              <a:tblGrid>
                <a:gridCol w="3143250"/>
                <a:gridCol w="7677150"/>
              </a:tblGrid>
              <a:tr h="466725">
                <a:tc>
                  <a:txBody>
                    <a:bodyPr wrap="square">
                      <a:noAutofit/>
                    </a:bodyPr>
                    <a:lstStyle/>
                    <a:p>
                      <a:pPr>
                        <a:lnSpc>
                          <a:spcPct val="106000"/>
                        </a:lnSpc>
                        <a:buNone/>
                      </a:pPr>
                      <a:r>
                        <a:rPr sz="2025" b="1">
                          <a:solidFill>
                            <a:srgbClr val="111111"/>
                          </a:solidFill>
                          <a:latin typeface="Arial"/>
                          <a:ea typeface="Arial"/>
                          <a:cs typeface="Arial"/>
                        </a:rPr>
                        <a:t>Dimensão</a:t>
                      </a:r>
                    </a:p>
                  </a:txBody>
                  <a:tcPr marL="114300" marR="114300" marT="66675" marB="66675" anchor="ctr">
                    <a:lnL w="6191">
                      <a:solidFill>
                        <a:srgbClr val="A7A7A7"/>
                      </a:solidFill>
                      <a:prstDash val="solid"/>
                    </a:lnL>
                    <a:lnR w="6191">
                      <a:solidFill>
                        <a:srgbClr val="A7A7A7"/>
                      </a:solidFill>
                      <a:prstDash val="solid"/>
                    </a:lnR>
                    <a:lnT w="6191">
                      <a:solidFill>
                        <a:srgbClr val="A7A7A7"/>
                      </a:solidFill>
                      <a:prstDash val="solid"/>
                    </a:lnT>
                    <a:lnB w="6191">
                      <a:solidFill>
                        <a:srgbClr val="A7A7A7"/>
                      </a:solidFill>
                      <a:prstDash val="solid"/>
                    </a:lnB>
                    <a:solidFill>
                      <a:srgbClr val="E8E8E8"/>
                    </a:solidFill>
                  </a:tcPr>
                </a:tc>
                <a:tc>
                  <a:txBody>
                    <a:bodyPr wrap="square">
                      <a:noAutofit/>
                    </a:bodyPr>
                    <a:lstStyle/>
                    <a:p>
                      <a:pPr>
                        <a:lnSpc>
                          <a:spcPct val="106000"/>
                        </a:lnSpc>
                        <a:buNone/>
                      </a:pPr>
                      <a:r>
                        <a:rPr sz="2025" b="1">
                          <a:solidFill>
                            <a:srgbClr val="111111"/>
                          </a:solidFill>
                          <a:latin typeface="Arial"/>
                          <a:ea typeface="Arial"/>
                          <a:cs typeface="Arial"/>
                        </a:rPr>
                        <a:t>Diretriz proposta</a:t>
                      </a:r>
                    </a:p>
                  </a:txBody>
                  <a:tcPr marL="114300" marR="114300" marT="66675" marB="66675" anchor="ctr">
                    <a:lnR w="6191">
                      <a:solidFill>
                        <a:srgbClr val="A7A7A7"/>
                      </a:solidFill>
                      <a:prstDash val="solid"/>
                    </a:lnR>
                    <a:lnT w="6191">
                      <a:solidFill>
                        <a:srgbClr val="A7A7A7"/>
                      </a:solidFill>
                      <a:prstDash val="solid"/>
                    </a:lnT>
                    <a:lnB w="6191">
                      <a:solidFill>
                        <a:srgbClr val="A7A7A7"/>
                      </a:solidFill>
                      <a:prstDash val="solid"/>
                    </a:lnB>
                    <a:solidFill>
                      <a:srgbClr val="E8E8E8"/>
                    </a:solidFill>
                  </a:tcPr>
                </a:tc>
              </a:tr>
              <a:tr h="819150">
                <a:tc>
                  <a:txBody>
                    <a:bodyPr wrap="square">
                      <a:noAutofit/>
                    </a:bodyPr>
                    <a:lstStyle/>
                    <a:p>
                      <a:pPr>
                        <a:lnSpc>
                          <a:spcPct val="106000"/>
                        </a:lnSpc>
                        <a:buNone/>
                      </a:pPr>
                      <a:r>
                        <a:rPr sz="2025" b="0">
                          <a:solidFill>
                            <a:srgbClr val="111111"/>
                          </a:solidFill>
                          <a:latin typeface="Arial"/>
                          <a:ea typeface="Arial"/>
                          <a:cs typeface="Arial"/>
                        </a:rPr>
                        <a:t>Responsabilidades</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2025" b="0">
                          <a:solidFill>
                            <a:srgbClr val="111111"/>
                          </a:solidFill>
                          <a:latin typeface="Arial"/>
                          <a:ea typeface="Arial"/>
                          <a:cs typeface="Arial"/>
                        </a:rPr>
                        <a:t>Definição de alçadas, fonte de vínculo e equipe autorizada para operação.</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r h="819150">
                <a:tc>
                  <a:txBody>
                    <a:bodyPr wrap="square">
                      <a:noAutofit/>
                    </a:bodyPr>
                    <a:lstStyle/>
                    <a:p>
                      <a:pPr>
                        <a:lnSpc>
                          <a:spcPct val="106000"/>
                        </a:lnSpc>
                        <a:buNone/>
                      </a:pPr>
                      <a:r>
                        <a:rPr sz="2025" b="0">
                          <a:solidFill>
                            <a:srgbClr val="111111"/>
                          </a:solidFill>
                          <a:latin typeface="Arial"/>
                          <a:ea typeface="Arial"/>
                          <a:cs typeface="Arial"/>
                        </a:rPr>
                        <a:t>Ciclo de vida das contas</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2025" b="0">
                          <a:solidFill>
                            <a:srgbClr val="111111"/>
                          </a:solidFill>
                          <a:latin typeface="Arial"/>
                          <a:ea typeface="Arial"/>
                          <a:cs typeface="Arial"/>
                        </a:rPr>
                        <a:t>Concessão, revisão, recuperação e revogação, com tratamento de exceções.</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r h="819150">
                <a:tc>
                  <a:txBody>
                    <a:bodyPr wrap="square">
                      <a:noAutofit/>
                    </a:bodyPr>
                    <a:lstStyle/>
                    <a:p>
                      <a:pPr>
                        <a:lnSpc>
                          <a:spcPct val="106000"/>
                        </a:lnSpc>
                        <a:buNone/>
                      </a:pPr>
                      <a:r>
                        <a:rPr sz="2025" b="0">
                          <a:solidFill>
                            <a:srgbClr val="111111"/>
                          </a:solidFill>
                          <a:latin typeface="Arial"/>
                          <a:ea typeface="Arial"/>
                          <a:cs typeface="Arial"/>
                        </a:rPr>
                        <a:t>Proteção das informações</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2025" b="0">
                          <a:solidFill>
                            <a:srgbClr val="111111"/>
                          </a:solidFill>
                          <a:latin typeface="Arial"/>
                          <a:ea typeface="Arial"/>
                          <a:cs typeface="Arial"/>
                        </a:rPr>
                        <a:t>Coleta necessária, consulta restrita, retenção justificada e proteção de credenciais.</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r h="819150">
                <a:tc>
                  <a:txBody>
                    <a:bodyPr wrap="square">
                      <a:noAutofit/>
                    </a:bodyPr>
                    <a:lstStyle/>
                    <a:p>
                      <a:pPr>
                        <a:lnSpc>
                          <a:spcPct val="106000"/>
                        </a:lnSpc>
                        <a:buNone/>
                      </a:pPr>
                      <a:r>
                        <a:rPr sz="2025" b="0">
                          <a:solidFill>
                            <a:srgbClr val="111111"/>
                          </a:solidFill>
                          <a:latin typeface="Arial"/>
                          <a:ea typeface="Arial"/>
                          <a:cs typeface="Arial"/>
                        </a:rPr>
                        <a:t>Eventual apoio de IA</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2025" b="0">
                          <a:solidFill>
                            <a:srgbClr val="111111"/>
                          </a:solidFill>
                          <a:latin typeface="Arial"/>
                          <a:ea typeface="Arial"/>
                          <a:cs typeface="Arial"/>
                        </a:rPr>
                        <a:t>Exemplos fictícios, revisão humana e testes em ambiente autorizado.</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bl>
          </a:graphicData>
        </a:graphic>
      </p:graphicFrame>
      <p:sp>
        <p:nvSpPr>
          <p:cNvPr id="7" name="validation">
            <a:extLst xmlns:a="http://schemas.openxmlformats.org/drawingml/2006/main">
              <a:ext uri="{FF2B5EF4-FFF2-40B4-BE49-F238E27FC236}">
                <a16:creationId xmlns:a16="http://schemas.microsoft.com/office/drawing/2014/main" id="{CA346605-35D4-432A-B66E-591AC33C4C21}"/>
              </a:ext>
            </a:extLst>
          </p:cNvPr>
          <p:cNvSpPr>
            <a:spLocks xmlns:a="http://schemas.openxmlformats.org/drawingml/2006/main" noGrp="1"/>
          </p:cNvSpPr>
          <p:nvPr/>
        </p:nvSpPr>
        <p:spPr>
          <a:xfrm xmlns:a="http://schemas.openxmlformats.org/drawingml/2006/main">
            <a:off x="685800" y="5810250"/>
            <a:ext cx="10820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11111"/>
                </a:solidFill>
                <a:latin typeface="Arial"/>
                <a:ea typeface="Arial"/>
                <a:cs typeface="Arial"/>
              </a:defRPr>
            </a:defPPr>
            <a:lvl1pPr algn="l">
              <a:defRPr sz="1800" b="0">
                <a:solidFill>
                  <a:srgbClr val="111111"/>
                </a:solidFill>
                <a:latin typeface="Arial"/>
                <a:ea typeface="Arial"/>
                <a:cs typeface="Arial"/>
              </a:defRPr>
            </a:lvl1pPr>
            <a:lvl2pPr algn="l">
              <a:defRPr sz="1800" b="0">
                <a:solidFill>
                  <a:srgbClr val="111111"/>
                </a:solidFill>
                <a:latin typeface="Arial"/>
                <a:ea typeface="Arial"/>
                <a:cs typeface="Arial"/>
              </a:defRPr>
            </a:lvl2pPr>
            <a:lvl3pPr algn="l">
              <a:defRPr sz="1800" b="0">
                <a:solidFill>
                  <a:srgbClr val="111111"/>
                </a:solidFill>
                <a:latin typeface="Arial"/>
                <a:ea typeface="Arial"/>
                <a:cs typeface="Arial"/>
              </a:defRPr>
            </a:lvl3pPr>
            <a:lvl4pPr algn="l">
              <a:defRPr sz="1800" b="0">
                <a:solidFill>
                  <a:srgbClr val="111111"/>
                </a:solidFill>
                <a:latin typeface="Arial"/>
                <a:ea typeface="Arial"/>
                <a:cs typeface="Arial"/>
              </a:defRPr>
            </a:lvl4pPr>
            <a:lvl5pPr algn="l">
              <a:defRPr sz="1800" b="0">
                <a:solidFill>
                  <a:srgbClr val="111111"/>
                </a:solidFill>
                <a:latin typeface="Arial"/>
                <a:ea typeface="Arial"/>
                <a:cs typeface="Arial"/>
              </a:defRPr>
            </a:lvl5pPr>
            <a:lvl6pPr algn="l">
              <a:defRPr sz="1800" b="0">
                <a:solidFill>
                  <a:srgbClr val="111111"/>
                </a:solidFill>
                <a:latin typeface="Arial"/>
                <a:ea typeface="Arial"/>
                <a:cs typeface="Arial"/>
              </a:defRPr>
            </a:lvl6pPr>
            <a:lvl7pPr algn="l">
              <a:defRPr sz="1800" b="0">
                <a:solidFill>
                  <a:srgbClr val="111111"/>
                </a:solidFill>
                <a:latin typeface="Arial"/>
                <a:ea typeface="Arial"/>
                <a:cs typeface="Arial"/>
              </a:defRPr>
            </a:lvl7pPr>
            <a:lvl8pPr algn="l">
              <a:defRPr sz="1800" b="0">
                <a:solidFill>
                  <a:srgbClr val="111111"/>
                </a:solidFill>
                <a:latin typeface="Arial"/>
                <a:ea typeface="Arial"/>
                <a:cs typeface="Arial"/>
              </a:defRPr>
            </a:lvl8pPr>
            <a:lvl9pPr algn="l">
              <a:defRPr sz="1800" b="0">
                <a:solidFill>
                  <a:srgbClr val="111111"/>
                </a:solidFill>
                <a:latin typeface="Arial"/>
                <a:ea typeface="Arial"/>
                <a:cs typeface="Arial"/>
              </a:defRPr>
            </a:lvl9pPr>
          </a:lstStyle>
          <a:p xmlns:a="http://schemas.openxmlformats.org/drawingml/2006/main">
            <a:pPr algn="l">
              <a:lnSpc>
                <a:spcPct val="113000"/>
              </a:lnSpc>
              <a:buNone/>
              <a:defRPr sz="1800" b="0">
                <a:solidFill>
                  <a:srgbClr val="111111"/>
                </a:solidFill>
                <a:latin typeface="Arial"/>
                <a:ea typeface="Arial"/>
                <a:cs typeface="Arial"/>
              </a:defRPr>
            </a:pPr>
            <a:r>
              <a:rPr sz="1800" b="0">
                <a:solidFill>
                  <a:srgbClr val="111111"/>
                </a:solidFill>
                <a:latin typeface="Arial"/>
                <a:ea typeface="Arial"/>
                <a:cs typeface="Arial"/>
              </a:rPr>
              <a:t>As atribuições dependem de validação institucional. A arquitetura de acesso independe de IA.</a:t>
            </a:r>
          </a:p>
        </p:txBody>
      </p:sp>
      <p:sp>
        <p:nvSpPr>
          <p:cNvPr id="8" name="source">
            <a:extLst xmlns:a="http://schemas.openxmlformats.org/drawingml/2006/main">
              <a:ext uri="{FF2B5EF4-FFF2-40B4-BE49-F238E27FC236}">
                <a16:creationId xmlns:a16="http://schemas.microsoft.com/office/drawing/2014/main" id="{6D00A2A6-144B-49A7-BD19-6D4DB83F8B5A}"/>
              </a:ext>
            </a:extLst>
          </p:cNvPr>
          <p:cNvSpPr>
            <a:spLocks xmlns:a="http://schemas.openxmlformats.org/drawingml/2006/main" noGrp="1"/>
          </p:cNvSpPr>
          <p:nvPr/>
        </p:nvSpPr>
        <p:spPr>
          <a:xfrm xmlns:a="http://schemas.openxmlformats.org/drawingml/2006/main">
            <a:off x="685800" y="6200775"/>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464646"/>
                </a:solidFill>
                <a:latin typeface="Arial"/>
                <a:ea typeface="Arial"/>
                <a:cs typeface="Arial"/>
              </a:defRPr>
            </a:defPPr>
            <a:lvl1pPr algn="l">
              <a:defRPr sz="1500" b="0">
                <a:solidFill>
                  <a:srgbClr val="464646"/>
                </a:solidFill>
                <a:latin typeface="Arial"/>
                <a:ea typeface="Arial"/>
                <a:cs typeface="Arial"/>
              </a:defRPr>
            </a:lvl1pPr>
            <a:lvl2pPr algn="l">
              <a:defRPr sz="1500" b="0">
                <a:solidFill>
                  <a:srgbClr val="464646"/>
                </a:solidFill>
                <a:latin typeface="Arial"/>
                <a:ea typeface="Arial"/>
                <a:cs typeface="Arial"/>
              </a:defRPr>
            </a:lvl2pPr>
            <a:lvl3pPr algn="l">
              <a:defRPr sz="1500" b="0">
                <a:solidFill>
                  <a:srgbClr val="464646"/>
                </a:solidFill>
                <a:latin typeface="Arial"/>
                <a:ea typeface="Arial"/>
                <a:cs typeface="Arial"/>
              </a:defRPr>
            </a:lvl3pPr>
            <a:lvl4pPr algn="l">
              <a:defRPr sz="1500" b="0">
                <a:solidFill>
                  <a:srgbClr val="464646"/>
                </a:solidFill>
                <a:latin typeface="Arial"/>
                <a:ea typeface="Arial"/>
                <a:cs typeface="Arial"/>
              </a:defRPr>
            </a:lvl4pPr>
            <a:lvl5pPr algn="l">
              <a:defRPr sz="1500" b="0">
                <a:solidFill>
                  <a:srgbClr val="464646"/>
                </a:solidFill>
                <a:latin typeface="Arial"/>
                <a:ea typeface="Arial"/>
                <a:cs typeface="Arial"/>
              </a:defRPr>
            </a:lvl5pPr>
            <a:lvl6pPr algn="l">
              <a:defRPr sz="1500" b="0">
                <a:solidFill>
                  <a:srgbClr val="464646"/>
                </a:solidFill>
                <a:latin typeface="Arial"/>
                <a:ea typeface="Arial"/>
                <a:cs typeface="Arial"/>
              </a:defRPr>
            </a:lvl6pPr>
            <a:lvl7pPr algn="l">
              <a:defRPr sz="1500" b="0">
                <a:solidFill>
                  <a:srgbClr val="464646"/>
                </a:solidFill>
                <a:latin typeface="Arial"/>
                <a:ea typeface="Arial"/>
                <a:cs typeface="Arial"/>
              </a:defRPr>
            </a:lvl7pPr>
            <a:lvl8pPr algn="l">
              <a:defRPr sz="1500" b="0">
                <a:solidFill>
                  <a:srgbClr val="464646"/>
                </a:solidFill>
                <a:latin typeface="Arial"/>
                <a:ea typeface="Arial"/>
                <a:cs typeface="Arial"/>
              </a:defRPr>
            </a:lvl8pPr>
            <a:lvl9pPr algn="l">
              <a:defRPr sz="1500" b="0">
                <a:solidFill>
                  <a:srgbClr val="464646"/>
                </a:solidFill>
                <a:latin typeface="Arial"/>
                <a:ea typeface="Arial"/>
                <a:cs typeface="Arial"/>
              </a:defRPr>
            </a:lvl9pPr>
          </a:lstStyle>
          <a:p xmlns:a="http://schemas.openxmlformats.org/drawingml/2006/main">
            <a:pPr algn="l">
              <a:lnSpc>
                <a:spcPct val="105000"/>
              </a:lnSpc>
              <a:buNone/>
              <a:defRPr sz="1500" b="0">
                <a:solidFill>
                  <a:srgbClr val="464646"/>
                </a:solidFill>
                <a:latin typeface="Arial"/>
                <a:ea typeface="Arial"/>
                <a:cs typeface="Arial"/>
              </a:defRPr>
            </a:pPr>
            <a:r>
              <a:rPr sz="1500" b="0">
                <a:solidFill>
                  <a:srgbClr val="464646"/>
                </a:solidFill>
                <a:latin typeface="Arial"/>
                <a:ea typeface="Arial"/>
                <a:cs typeface="Arial"/>
              </a:rPr>
              <a:t>Fonte: elaboração própria; Brasil (2018), ANPD (2023), NIST (2023) e ISACA (2025).</a:t>
            </a:r>
          </a:p>
        </p:txBody>
      </p:sp>
    </p:spTree>
    <p:extLst>
      <p:ext uri="{BB962C8B-B14F-4D97-AF65-F5344CB8AC3E}">
        <p14:creationId xmlns:p14="http://schemas.microsoft.com/office/powerpoint/2010/main" val="138642930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E727533B-04FC-45BC-9AB7-E20C6CE9F9B6}"/>
              </a:ext>
            </a:extLst>
          </p:cNvPr>
          <p:cNvSpPr>
            <a:spLocks xmlns:a="http://schemas.openxmlformats.org/drawingml/2006/main" noGrp="1"/>
          </p:cNvSpPr>
          <p:nvPr/>
        </p:nvSpPr>
        <p:spPr>
          <a:xfrm xmlns:a="http://schemas.openxmlformats.org/drawingml/2006/main">
            <a:off x="685800" y="41910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11111"/>
                </a:solidFill>
                <a:latin typeface="Arial"/>
                <a:ea typeface="Arial"/>
                <a:cs typeface="Arial"/>
              </a:defRPr>
            </a:defPPr>
            <a:lvl1pPr algn="l">
              <a:defRPr sz="3300" b="1">
                <a:solidFill>
                  <a:srgbClr val="111111"/>
                </a:solidFill>
                <a:latin typeface="Arial"/>
                <a:ea typeface="Arial"/>
                <a:cs typeface="Arial"/>
              </a:defRPr>
            </a:lvl1pPr>
            <a:lvl2pPr algn="l">
              <a:defRPr sz="3300" b="1">
                <a:solidFill>
                  <a:srgbClr val="111111"/>
                </a:solidFill>
                <a:latin typeface="Arial"/>
                <a:ea typeface="Arial"/>
                <a:cs typeface="Arial"/>
              </a:defRPr>
            </a:lvl2pPr>
            <a:lvl3pPr algn="l">
              <a:defRPr sz="3300" b="1">
                <a:solidFill>
                  <a:srgbClr val="111111"/>
                </a:solidFill>
                <a:latin typeface="Arial"/>
                <a:ea typeface="Arial"/>
                <a:cs typeface="Arial"/>
              </a:defRPr>
            </a:lvl3pPr>
            <a:lvl4pPr algn="l">
              <a:defRPr sz="3300" b="1">
                <a:solidFill>
                  <a:srgbClr val="111111"/>
                </a:solidFill>
                <a:latin typeface="Arial"/>
                <a:ea typeface="Arial"/>
                <a:cs typeface="Arial"/>
              </a:defRPr>
            </a:lvl4pPr>
            <a:lvl5pPr algn="l">
              <a:defRPr sz="3300" b="1">
                <a:solidFill>
                  <a:srgbClr val="111111"/>
                </a:solidFill>
                <a:latin typeface="Arial"/>
                <a:ea typeface="Arial"/>
                <a:cs typeface="Arial"/>
              </a:defRPr>
            </a:lvl5pPr>
            <a:lvl6pPr algn="l">
              <a:defRPr sz="3300" b="1">
                <a:solidFill>
                  <a:srgbClr val="111111"/>
                </a:solidFill>
                <a:latin typeface="Arial"/>
                <a:ea typeface="Arial"/>
                <a:cs typeface="Arial"/>
              </a:defRPr>
            </a:lvl6pPr>
            <a:lvl7pPr algn="l">
              <a:defRPr sz="3300" b="1">
                <a:solidFill>
                  <a:srgbClr val="111111"/>
                </a:solidFill>
                <a:latin typeface="Arial"/>
                <a:ea typeface="Arial"/>
                <a:cs typeface="Arial"/>
              </a:defRPr>
            </a:lvl7pPr>
            <a:lvl8pPr algn="l">
              <a:defRPr sz="3300" b="1">
                <a:solidFill>
                  <a:srgbClr val="111111"/>
                </a:solidFill>
                <a:latin typeface="Arial"/>
                <a:ea typeface="Arial"/>
                <a:cs typeface="Arial"/>
              </a:defRPr>
            </a:lvl8pPr>
            <a:lvl9pPr algn="l">
              <a:defRPr sz="3300" b="1">
                <a:solidFill>
                  <a:srgbClr val="111111"/>
                </a:solidFill>
                <a:latin typeface="Arial"/>
                <a:ea typeface="Arial"/>
                <a:cs typeface="Arial"/>
              </a:defRPr>
            </a:lvl9pPr>
          </a:lstStyle>
          <a:p xmlns:a="http://schemas.openxmlformats.org/drawingml/2006/main">
            <a:pPr algn="l">
              <a:lnSpc>
                <a:spcPct val="113000"/>
              </a:lnSpc>
              <a:buNone/>
              <a:defRPr sz="3300" b="1">
                <a:solidFill>
                  <a:srgbClr val="111111"/>
                </a:solidFill>
                <a:latin typeface="Arial"/>
                <a:ea typeface="Arial"/>
                <a:cs typeface="Arial"/>
              </a:defRPr>
            </a:pPr>
            <a:r>
              <a:rPr sz="3300" b="1">
                <a:solidFill>
                  <a:srgbClr val="111111"/>
                </a:solidFill>
                <a:latin typeface="Arial"/>
                <a:ea typeface="Arial"/>
                <a:cs typeface="Arial"/>
              </a:rPr>
              <a:t>11 CRONOGRAMA E ORÇAMENTO</a:t>
            </a:r>
          </a:p>
        </p:txBody>
      </p:sp>
      <p:sp>
        <p:nvSpPr>
          <p:cNvPr id="2" name="heading-rule">
            <a:extLst xmlns:a="http://schemas.openxmlformats.org/drawingml/2006/main">
              <a:ext uri="{FF2B5EF4-FFF2-40B4-BE49-F238E27FC236}">
                <a16:creationId xmlns:a16="http://schemas.microsoft.com/office/drawing/2014/main" id="{FDD57733-27C9-4634-8D9E-5700202C5691}"/>
              </a:ext>
            </a:extLst>
          </p:cNvPr>
          <p:cNvSpPr>
            <a:spLocks xmlns:a="http://schemas.openxmlformats.org/drawingml/2006/main" noGrp="1"/>
          </p:cNvSpPr>
          <p:nvPr/>
        </p:nvSpPr>
        <p:spPr>
          <a:xfrm xmlns:a="http://schemas.openxmlformats.org/drawingml/2006/main">
            <a:off x="685800" y="1171575"/>
            <a:ext cx="10820400" cy="0"/>
          </a:xfrm>
          <a:prstGeom xmlns:a="http://schemas.openxmlformats.org/drawingml/2006/main" prst="line">
            <a:avLst/>
          </a:prstGeom>
          <a:noFill xmlns:a="http://schemas.openxmlformats.org/drawingml/2006/main"/>
          <a:ln xmlns:a="http://schemas.openxmlformats.org/drawingml/2006/main" w="11430">
            <a:solidFill>
              <a:srgbClr val="AD1115"/>
            </a:solidFill>
            <a:prstDash val="solid"/>
          </a:ln>
        </p:spPr>
      </p:sp>
      <p:sp>
        <p:nvSpPr>
          <p:cNvPr id="3" name="institution-footer">
            <a:extLst xmlns:a="http://schemas.openxmlformats.org/drawingml/2006/main">
              <a:ext uri="{FF2B5EF4-FFF2-40B4-BE49-F238E27FC236}">
                <a16:creationId xmlns:a16="http://schemas.microsoft.com/office/drawing/2014/main" id="{0D437367-27AE-409A-BFA7-44C94A6DF90A}"/>
              </a:ext>
            </a:extLst>
          </p:cNvPr>
          <p:cNvSpPr>
            <a:spLocks xmlns:a="http://schemas.openxmlformats.org/drawingml/2006/main" noGrp="1"/>
          </p:cNvSpPr>
          <p:nvPr/>
        </p:nvSpPr>
        <p:spPr>
          <a:xfrm xmlns:a="http://schemas.openxmlformats.org/drawingml/2006/main">
            <a:off x="685800" y="654367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64646"/>
                </a:solidFill>
                <a:latin typeface="Arial"/>
                <a:ea typeface="Arial"/>
                <a:cs typeface="Arial"/>
              </a:defRPr>
            </a:defPPr>
            <a:lvl1pPr algn="l">
              <a:defRPr sz="1350" b="0">
                <a:solidFill>
                  <a:srgbClr val="464646"/>
                </a:solidFill>
                <a:latin typeface="Arial"/>
                <a:ea typeface="Arial"/>
                <a:cs typeface="Arial"/>
              </a:defRPr>
            </a:lvl1pPr>
            <a:lvl2pPr algn="l">
              <a:defRPr sz="1350" b="0">
                <a:solidFill>
                  <a:srgbClr val="464646"/>
                </a:solidFill>
                <a:latin typeface="Arial"/>
                <a:ea typeface="Arial"/>
                <a:cs typeface="Arial"/>
              </a:defRPr>
            </a:lvl2pPr>
            <a:lvl3pPr algn="l">
              <a:defRPr sz="1350" b="0">
                <a:solidFill>
                  <a:srgbClr val="464646"/>
                </a:solidFill>
                <a:latin typeface="Arial"/>
                <a:ea typeface="Arial"/>
                <a:cs typeface="Arial"/>
              </a:defRPr>
            </a:lvl3pPr>
            <a:lvl4pPr algn="l">
              <a:defRPr sz="1350" b="0">
                <a:solidFill>
                  <a:srgbClr val="464646"/>
                </a:solidFill>
                <a:latin typeface="Arial"/>
                <a:ea typeface="Arial"/>
                <a:cs typeface="Arial"/>
              </a:defRPr>
            </a:lvl4pPr>
            <a:lvl5pPr algn="l">
              <a:defRPr sz="1350" b="0">
                <a:solidFill>
                  <a:srgbClr val="464646"/>
                </a:solidFill>
                <a:latin typeface="Arial"/>
                <a:ea typeface="Arial"/>
                <a:cs typeface="Arial"/>
              </a:defRPr>
            </a:lvl5pPr>
            <a:lvl6pPr algn="l">
              <a:defRPr sz="1350" b="0">
                <a:solidFill>
                  <a:srgbClr val="464646"/>
                </a:solidFill>
                <a:latin typeface="Arial"/>
                <a:ea typeface="Arial"/>
                <a:cs typeface="Arial"/>
              </a:defRPr>
            </a:lvl6pPr>
            <a:lvl7pPr algn="l">
              <a:defRPr sz="1350" b="0">
                <a:solidFill>
                  <a:srgbClr val="464646"/>
                </a:solidFill>
                <a:latin typeface="Arial"/>
                <a:ea typeface="Arial"/>
                <a:cs typeface="Arial"/>
              </a:defRPr>
            </a:lvl7pPr>
            <a:lvl8pPr algn="l">
              <a:defRPr sz="1350" b="0">
                <a:solidFill>
                  <a:srgbClr val="464646"/>
                </a:solidFill>
                <a:latin typeface="Arial"/>
                <a:ea typeface="Arial"/>
                <a:cs typeface="Arial"/>
              </a:defRPr>
            </a:lvl8pPr>
            <a:lvl9pPr algn="l">
              <a:defRPr sz="1350" b="0">
                <a:solidFill>
                  <a:srgbClr val="464646"/>
                </a:solidFill>
                <a:latin typeface="Arial"/>
                <a:ea typeface="Arial"/>
                <a:cs typeface="Arial"/>
              </a:defRPr>
            </a:lvl9pPr>
          </a:lstStyle>
          <a:p xmlns:a="http://schemas.openxmlformats.org/drawingml/2006/main">
            <a:pPr algn="l">
              <a:lnSpc>
                <a:spcPct val="113000"/>
              </a:lnSpc>
              <a:buNone/>
              <a:defRPr sz="1350" b="0">
                <a:solidFill>
                  <a:srgbClr val="464646"/>
                </a:solidFill>
                <a:latin typeface="Arial"/>
                <a:ea typeface="Arial"/>
                <a:cs typeface="Arial"/>
              </a:defRPr>
            </a:pPr>
            <a:r>
              <a:rPr sz="1350" b="0">
                <a:solidFill>
                  <a:srgbClr val="464646"/>
                </a:solidFill>
                <a:latin typeface="Arial"/>
                <a:ea typeface="Arial"/>
                <a:cs typeface="Arial"/>
              </a:rPr>
              <a:t>Fatec Barueri, Trabalho de Graduação I</a:t>
            </a:r>
          </a:p>
        </p:txBody>
      </p:sp>
      <p:sp>
        <p:nvSpPr>
          <p:cNvPr id="4" name="slide-number">
            <a:extLst xmlns:a="http://schemas.openxmlformats.org/drawingml/2006/main">
              <a:ext uri="{FF2B5EF4-FFF2-40B4-BE49-F238E27FC236}">
                <a16:creationId xmlns:a16="http://schemas.microsoft.com/office/drawing/2014/main" id="{91288232-5792-47FA-B104-9F7B116498F9}"/>
              </a:ext>
            </a:extLst>
          </p:cNvPr>
          <p:cNvSpPr>
            <a:spLocks xmlns:a="http://schemas.openxmlformats.org/drawingml/2006/main" noGrp="1"/>
          </p:cNvSpPr>
          <p:nvPr/>
        </p:nvSpPr>
        <p:spPr>
          <a:xfrm xmlns:a="http://schemas.openxmlformats.org/drawingml/2006/main">
            <a:off x="11049000" y="65151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464646"/>
                </a:solidFill>
                <a:latin typeface="Arial"/>
                <a:ea typeface="Arial"/>
                <a:cs typeface="Arial"/>
              </a:defRPr>
            </a:defPPr>
            <a:lvl1pPr algn="r">
              <a:defRPr sz="1500" b="0">
                <a:solidFill>
                  <a:srgbClr val="464646"/>
                </a:solidFill>
                <a:latin typeface="Arial"/>
                <a:ea typeface="Arial"/>
                <a:cs typeface="Arial"/>
              </a:defRPr>
            </a:lvl1pPr>
            <a:lvl2pPr algn="r">
              <a:defRPr sz="1500" b="0">
                <a:solidFill>
                  <a:srgbClr val="464646"/>
                </a:solidFill>
                <a:latin typeface="Arial"/>
                <a:ea typeface="Arial"/>
                <a:cs typeface="Arial"/>
              </a:defRPr>
            </a:lvl2pPr>
            <a:lvl3pPr algn="r">
              <a:defRPr sz="1500" b="0">
                <a:solidFill>
                  <a:srgbClr val="464646"/>
                </a:solidFill>
                <a:latin typeface="Arial"/>
                <a:ea typeface="Arial"/>
                <a:cs typeface="Arial"/>
              </a:defRPr>
            </a:lvl3pPr>
            <a:lvl4pPr algn="r">
              <a:defRPr sz="1500" b="0">
                <a:solidFill>
                  <a:srgbClr val="464646"/>
                </a:solidFill>
                <a:latin typeface="Arial"/>
                <a:ea typeface="Arial"/>
                <a:cs typeface="Arial"/>
              </a:defRPr>
            </a:lvl4pPr>
            <a:lvl5pPr algn="r">
              <a:defRPr sz="1500" b="0">
                <a:solidFill>
                  <a:srgbClr val="464646"/>
                </a:solidFill>
                <a:latin typeface="Arial"/>
                <a:ea typeface="Arial"/>
                <a:cs typeface="Arial"/>
              </a:defRPr>
            </a:lvl5pPr>
            <a:lvl6pPr algn="r">
              <a:defRPr sz="1500" b="0">
                <a:solidFill>
                  <a:srgbClr val="464646"/>
                </a:solidFill>
                <a:latin typeface="Arial"/>
                <a:ea typeface="Arial"/>
                <a:cs typeface="Arial"/>
              </a:defRPr>
            </a:lvl6pPr>
            <a:lvl7pPr algn="r">
              <a:defRPr sz="1500" b="0">
                <a:solidFill>
                  <a:srgbClr val="464646"/>
                </a:solidFill>
                <a:latin typeface="Arial"/>
                <a:ea typeface="Arial"/>
                <a:cs typeface="Arial"/>
              </a:defRPr>
            </a:lvl7pPr>
            <a:lvl8pPr algn="r">
              <a:defRPr sz="1500" b="0">
                <a:solidFill>
                  <a:srgbClr val="464646"/>
                </a:solidFill>
                <a:latin typeface="Arial"/>
                <a:ea typeface="Arial"/>
                <a:cs typeface="Arial"/>
              </a:defRPr>
            </a:lvl8pPr>
            <a:lvl9pPr algn="r">
              <a:defRPr sz="1500" b="0">
                <a:solidFill>
                  <a:srgbClr val="464646"/>
                </a:solidFill>
                <a:latin typeface="Arial"/>
                <a:ea typeface="Arial"/>
                <a:cs typeface="Arial"/>
              </a:defRPr>
            </a:lvl9pPr>
          </a:lstStyle>
          <a:p xmlns:a="http://schemas.openxmlformats.org/drawingml/2006/main">
            <a:pPr algn="r">
              <a:lnSpc>
                <a:spcPct val="113000"/>
              </a:lnSpc>
              <a:buNone/>
              <a:defRPr sz="1500" b="0">
                <a:solidFill>
                  <a:srgbClr val="464646"/>
                </a:solidFill>
                <a:latin typeface="Arial"/>
                <a:ea typeface="Arial"/>
                <a:cs typeface="Arial"/>
              </a:defRPr>
            </a:pPr>
            <a:r>
              <a:rPr sz="1500" b="0">
                <a:solidFill>
                  <a:srgbClr val="464646"/>
                </a:solidFill>
                <a:latin typeface="Arial"/>
                <a:ea typeface="Arial"/>
                <a:cs typeface="Arial"/>
              </a:rPr>
              <a:t>12</a:t>
            </a:r>
          </a:p>
        </p:txBody>
      </p:sp>
      <p:sp>
        <p:nvSpPr>
          <p:cNvPr id="5" name="caption">
            <a:extLst xmlns:a="http://schemas.openxmlformats.org/drawingml/2006/main">
              <a:ext uri="{FF2B5EF4-FFF2-40B4-BE49-F238E27FC236}">
                <a16:creationId xmlns:a16="http://schemas.microsoft.com/office/drawing/2014/main" id="{9D964BE2-8C80-40DF-AE7E-94EB207E32A1}"/>
              </a:ext>
            </a:extLst>
          </p:cNvPr>
          <p:cNvSpPr>
            <a:spLocks xmlns:a="http://schemas.openxmlformats.org/drawingml/2006/main" noGrp="1"/>
          </p:cNvSpPr>
          <p:nvPr/>
        </p:nvSpPr>
        <p:spPr>
          <a:xfrm xmlns:a="http://schemas.openxmlformats.org/drawingml/2006/main">
            <a:off x="685800" y="13906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11111"/>
                </a:solidFill>
                <a:latin typeface="Arial"/>
                <a:ea typeface="Arial"/>
                <a:cs typeface="Arial"/>
              </a:defRPr>
            </a:defPPr>
            <a:lvl1pPr algn="l">
              <a:defRPr sz="1800" b="0">
                <a:solidFill>
                  <a:srgbClr val="111111"/>
                </a:solidFill>
                <a:latin typeface="Arial"/>
                <a:ea typeface="Arial"/>
                <a:cs typeface="Arial"/>
              </a:defRPr>
            </a:lvl1pPr>
            <a:lvl2pPr algn="l">
              <a:defRPr sz="1800" b="0">
                <a:solidFill>
                  <a:srgbClr val="111111"/>
                </a:solidFill>
                <a:latin typeface="Arial"/>
                <a:ea typeface="Arial"/>
                <a:cs typeface="Arial"/>
              </a:defRPr>
            </a:lvl2pPr>
            <a:lvl3pPr algn="l">
              <a:defRPr sz="1800" b="0">
                <a:solidFill>
                  <a:srgbClr val="111111"/>
                </a:solidFill>
                <a:latin typeface="Arial"/>
                <a:ea typeface="Arial"/>
                <a:cs typeface="Arial"/>
              </a:defRPr>
            </a:lvl3pPr>
            <a:lvl4pPr algn="l">
              <a:defRPr sz="1800" b="0">
                <a:solidFill>
                  <a:srgbClr val="111111"/>
                </a:solidFill>
                <a:latin typeface="Arial"/>
                <a:ea typeface="Arial"/>
                <a:cs typeface="Arial"/>
              </a:defRPr>
            </a:lvl4pPr>
            <a:lvl5pPr algn="l">
              <a:defRPr sz="1800" b="0">
                <a:solidFill>
                  <a:srgbClr val="111111"/>
                </a:solidFill>
                <a:latin typeface="Arial"/>
                <a:ea typeface="Arial"/>
                <a:cs typeface="Arial"/>
              </a:defRPr>
            </a:lvl5pPr>
            <a:lvl6pPr algn="l">
              <a:defRPr sz="1800" b="0">
                <a:solidFill>
                  <a:srgbClr val="111111"/>
                </a:solidFill>
                <a:latin typeface="Arial"/>
                <a:ea typeface="Arial"/>
                <a:cs typeface="Arial"/>
              </a:defRPr>
            </a:lvl6pPr>
            <a:lvl7pPr algn="l">
              <a:defRPr sz="1800" b="0">
                <a:solidFill>
                  <a:srgbClr val="111111"/>
                </a:solidFill>
                <a:latin typeface="Arial"/>
                <a:ea typeface="Arial"/>
                <a:cs typeface="Arial"/>
              </a:defRPr>
            </a:lvl7pPr>
            <a:lvl8pPr algn="l">
              <a:defRPr sz="1800" b="0">
                <a:solidFill>
                  <a:srgbClr val="111111"/>
                </a:solidFill>
                <a:latin typeface="Arial"/>
                <a:ea typeface="Arial"/>
                <a:cs typeface="Arial"/>
              </a:defRPr>
            </a:lvl8pPr>
            <a:lvl9pPr algn="l">
              <a:defRPr sz="1800" b="0">
                <a:solidFill>
                  <a:srgbClr val="111111"/>
                </a:solidFill>
                <a:latin typeface="Arial"/>
                <a:ea typeface="Arial"/>
                <a:cs typeface="Arial"/>
              </a:defRPr>
            </a:lvl9pPr>
          </a:lstStyle>
          <a:p xmlns:a="http://schemas.openxmlformats.org/drawingml/2006/main">
            <a:pPr algn="l">
              <a:lnSpc>
                <a:spcPct val="113000"/>
              </a:lnSpc>
              <a:buNone/>
              <a:defRPr sz="1800" b="0">
                <a:solidFill>
                  <a:srgbClr val="111111"/>
                </a:solidFill>
                <a:latin typeface="Arial"/>
                <a:ea typeface="Arial"/>
                <a:cs typeface="Arial"/>
              </a:defRPr>
            </a:pPr>
            <a:r>
              <a:rPr sz="1800" b="0">
                <a:solidFill>
                  <a:srgbClr val="111111"/>
                </a:solidFill>
                <a:latin typeface="Arial"/>
                <a:ea typeface="Arial"/>
                <a:cs typeface="Arial"/>
              </a:rPr>
              <a:t>Quadro 6 - Cronograma relativo de complementação da pesquisa</a:t>
            </a:r>
          </a:p>
        </p:txBody>
      </p:sp>
      <p:graphicFrame>
        <p:nvGraphicFramePr>
          <p:cNvPr id="6" name="schedule">
            <a:extLst xmlns:a="http://schemas.openxmlformats.org/drawingml/2006/main">
              <a:ext uri="{FF2B5EF4-FFF2-40B4-BE49-F238E27FC236}">
                <a16:creationId xmlns:a16="http://schemas.microsoft.com/office/drawing/2014/main" id="{86FC385E-2AB7-453A-8DA6-86B79D63B362}"/>
              </a:ext>
            </a:extLst>
          </p:cNvPr>
          <p:cNvGraphicFramePr/>
          <p:nvPr/>
        </p:nvGraphicFramePr>
        <p:xfrm>
          <a:off xmlns:a="http://schemas.openxmlformats.org/drawingml/2006/main" x="685800" y="1809750"/>
          <a:ext xmlns:a="http://schemas.openxmlformats.org/drawingml/2006/main" cx="10820400" cy="3667125"/>
        </p:xfrm>
        <a:graphic xmlns:a="http://schemas.openxmlformats.org/drawingml/2006/main">
          <a:graphicData uri="http://schemas.openxmlformats.org/drawingml/2006/table">
            <a:tbl>
              <a:tblPr firstRow="1" bandRow="0"/>
              <a:tblGrid>
                <a:gridCol w="3886200"/>
                <a:gridCol w="4171950"/>
                <a:gridCol w="2762250"/>
              </a:tblGrid>
              <a:tr h="457200">
                <a:tc>
                  <a:txBody>
                    <a:bodyPr wrap="square">
                      <a:noAutofit/>
                    </a:bodyPr>
                    <a:lstStyle/>
                    <a:p>
                      <a:pPr>
                        <a:lnSpc>
                          <a:spcPct val="106000"/>
                        </a:lnSpc>
                        <a:buNone/>
                      </a:pPr>
                      <a:r>
                        <a:rPr sz="1875" b="1">
                          <a:solidFill>
                            <a:srgbClr val="111111"/>
                          </a:solidFill>
                          <a:latin typeface="Arial"/>
                          <a:ea typeface="Arial"/>
                          <a:cs typeface="Arial"/>
                        </a:rPr>
                        <a:t>Atividade</a:t>
                      </a:r>
                    </a:p>
                  </a:txBody>
                  <a:tcPr marL="114300" marR="114300" marT="66675" marB="66675" anchor="ctr">
                    <a:lnL w="6191">
                      <a:solidFill>
                        <a:srgbClr val="A7A7A7"/>
                      </a:solidFill>
                      <a:prstDash val="solid"/>
                    </a:lnL>
                    <a:lnR w="6191">
                      <a:solidFill>
                        <a:srgbClr val="A7A7A7"/>
                      </a:solidFill>
                      <a:prstDash val="solid"/>
                    </a:lnR>
                    <a:lnT w="6191">
                      <a:solidFill>
                        <a:srgbClr val="A7A7A7"/>
                      </a:solidFill>
                      <a:prstDash val="solid"/>
                    </a:lnT>
                    <a:lnB w="6191">
                      <a:solidFill>
                        <a:srgbClr val="A7A7A7"/>
                      </a:solidFill>
                      <a:prstDash val="solid"/>
                    </a:lnB>
                    <a:solidFill>
                      <a:srgbClr val="E8E8E8"/>
                    </a:solidFill>
                  </a:tcPr>
                </a:tc>
                <a:tc>
                  <a:txBody>
                    <a:bodyPr wrap="square">
                      <a:noAutofit/>
                    </a:bodyPr>
                    <a:lstStyle/>
                    <a:p>
                      <a:pPr>
                        <a:lnSpc>
                          <a:spcPct val="106000"/>
                        </a:lnSpc>
                        <a:buNone/>
                      </a:pPr>
                      <a:r>
                        <a:rPr sz="1875" b="1">
                          <a:solidFill>
                            <a:srgbClr val="111111"/>
                          </a:solidFill>
                          <a:latin typeface="Arial"/>
                          <a:ea typeface="Arial"/>
                          <a:cs typeface="Arial"/>
                        </a:rPr>
                        <a:t>Responsável no projeto</a:t>
                      </a:r>
                    </a:p>
                  </a:txBody>
                  <a:tcPr marL="114300" marR="114300" marT="66675" marB="66675" anchor="ctr">
                    <a:lnR w="6191">
                      <a:solidFill>
                        <a:srgbClr val="A7A7A7"/>
                      </a:solidFill>
                      <a:prstDash val="solid"/>
                    </a:lnR>
                    <a:lnT w="6191">
                      <a:solidFill>
                        <a:srgbClr val="A7A7A7"/>
                      </a:solidFill>
                      <a:prstDash val="solid"/>
                    </a:lnT>
                    <a:lnB w="6191">
                      <a:solidFill>
                        <a:srgbClr val="A7A7A7"/>
                      </a:solidFill>
                      <a:prstDash val="solid"/>
                    </a:lnB>
                    <a:solidFill>
                      <a:srgbClr val="E8E8E8"/>
                    </a:solidFill>
                  </a:tcPr>
                </a:tc>
                <a:tc>
                  <a:txBody>
                    <a:bodyPr wrap="square">
                      <a:noAutofit/>
                    </a:bodyPr>
                    <a:lstStyle/>
                    <a:p>
                      <a:pPr>
                        <a:lnSpc>
                          <a:spcPct val="106000"/>
                        </a:lnSpc>
                        <a:buNone/>
                      </a:pPr>
                      <a:r>
                        <a:rPr sz="1875" b="1">
                          <a:solidFill>
                            <a:srgbClr val="111111"/>
                          </a:solidFill>
                          <a:latin typeface="Arial"/>
                          <a:ea typeface="Arial"/>
                          <a:cs typeface="Arial"/>
                        </a:rPr>
                        <a:t>Período relativo</a:t>
                      </a:r>
                    </a:p>
                  </a:txBody>
                  <a:tcPr marL="114300" marR="114300" marT="66675" marB="66675" anchor="ctr">
                    <a:lnR w="6191">
                      <a:solidFill>
                        <a:srgbClr val="A7A7A7"/>
                      </a:solidFill>
                      <a:prstDash val="solid"/>
                    </a:lnR>
                    <a:lnT w="6191">
                      <a:solidFill>
                        <a:srgbClr val="A7A7A7"/>
                      </a:solidFill>
                      <a:prstDash val="solid"/>
                    </a:lnT>
                    <a:lnB w="6191">
                      <a:solidFill>
                        <a:srgbClr val="A7A7A7"/>
                      </a:solidFill>
                      <a:prstDash val="solid"/>
                    </a:lnB>
                    <a:solidFill>
                      <a:srgbClr val="E8E8E8"/>
                    </a:solidFill>
                  </a:tcPr>
                </a:tc>
              </a:tr>
              <a:tr h="523875">
                <a:tc>
                  <a:txBody>
                    <a:bodyPr wrap="square">
                      <a:noAutofit/>
                    </a:bodyPr>
                    <a:lstStyle/>
                    <a:p>
                      <a:pPr>
                        <a:lnSpc>
                          <a:spcPct val="106000"/>
                        </a:lnSpc>
                        <a:buNone/>
                      </a:pPr>
                      <a:r>
                        <a:rPr sz="1875" b="0">
                          <a:solidFill>
                            <a:srgbClr val="111111"/>
                          </a:solidFill>
                          <a:latin typeface="Arial"/>
                          <a:ea typeface="Arial"/>
                          <a:cs typeface="Arial"/>
                        </a:rPr>
                        <a:t>Conferir evidências técnicas</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875" b="0">
                          <a:solidFill>
                            <a:srgbClr val="111111"/>
                          </a:solidFill>
                          <a:latin typeface="Arial"/>
                          <a:ea typeface="Arial"/>
                          <a:cs typeface="Arial"/>
                        </a:rPr>
                        <a:t>Melissa, com apoio do suporte</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875" b="0">
                          <a:solidFill>
                            <a:srgbClr val="111111"/>
                          </a:solidFill>
                          <a:latin typeface="Arial"/>
                          <a:ea typeface="Arial"/>
                          <a:cs typeface="Arial"/>
                        </a:rPr>
                        <a:t>Semanas 1 e 2</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r h="523875">
                <a:tc>
                  <a:txBody>
                    <a:bodyPr wrap="square">
                      <a:noAutofit/>
                    </a:bodyPr>
                    <a:lstStyle/>
                    <a:p>
                      <a:pPr>
                        <a:lnSpc>
                          <a:spcPct val="106000"/>
                        </a:lnSpc>
                        <a:buNone/>
                      </a:pPr>
                      <a:r>
                        <a:rPr sz="1875" b="0">
                          <a:solidFill>
                            <a:srgbClr val="111111"/>
                          </a:solidFill>
                          <a:latin typeface="Arial"/>
                          <a:ea typeface="Arial"/>
                          <a:cs typeface="Arial"/>
                        </a:rPr>
                        <a:t>Consolidar dados e requisitos</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875" b="0">
                          <a:solidFill>
                            <a:srgbClr val="111111"/>
                          </a:solidFill>
                          <a:latin typeface="Arial"/>
                          <a:ea typeface="Arial"/>
                          <a:cs typeface="Arial"/>
                        </a:rPr>
                        <a:t>Pedro, com revisão da equipe</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875" b="0">
                          <a:solidFill>
                            <a:srgbClr val="111111"/>
                          </a:solidFill>
                          <a:latin typeface="Arial"/>
                          <a:ea typeface="Arial"/>
                          <a:cs typeface="Arial"/>
                        </a:rPr>
                        <a:t>Semanas 1 a 3</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r h="523875">
                <a:tc>
                  <a:txBody>
                    <a:bodyPr wrap="square">
                      <a:noAutofit/>
                    </a:bodyPr>
                    <a:lstStyle/>
                    <a:p>
                      <a:pPr>
                        <a:lnSpc>
                          <a:spcPct val="106000"/>
                        </a:lnSpc>
                        <a:buNone/>
                      </a:pPr>
                      <a:r>
                        <a:rPr sz="1875" b="0">
                          <a:solidFill>
                            <a:srgbClr val="111111"/>
                          </a:solidFill>
                          <a:latin typeface="Arial"/>
                          <a:ea typeface="Arial"/>
                          <a:cs typeface="Arial"/>
                        </a:rPr>
                        <a:t>Avaliar riscos e alternativas</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875" b="0">
                          <a:solidFill>
                            <a:srgbClr val="111111"/>
                          </a:solidFill>
                          <a:latin typeface="Arial"/>
                          <a:ea typeface="Arial"/>
                          <a:cs typeface="Arial"/>
                        </a:rPr>
                        <a:t>Lucas, com dados e requisitos</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875" b="0">
                          <a:solidFill>
                            <a:srgbClr val="111111"/>
                          </a:solidFill>
                          <a:latin typeface="Arial"/>
                          <a:ea typeface="Arial"/>
                          <a:cs typeface="Arial"/>
                        </a:rPr>
                        <a:t>Semanas 3 e 4</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r h="523875">
                <a:tc>
                  <a:txBody>
                    <a:bodyPr wrap="square">
                      <a:noAutofit/>
                    </a:bodyPr>
                    <a:lstStyle/>
                    <a:p>
                      <a:pPr>
                        <a:lnSpc>
                          <a:spcPct val="106000"/>
                        </a:lnSpc>
                        <a:buNone/>
                      </a:pPr>
                      <a:r>
                        <a:rPr sz="1875" b="0">
                          <a:solidFill>
                            <a:srgbClr val="111111"/>
                          </a:solidFill>
                          <a:latin typeface="Arial"/>
                          <a:ea typeface="Arial"/>
                          <a:cs typeface="Arial"/>
                        </a:rPr>
                        <a:t>Integrar a proposta</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875" b="0">
                          <a:solidFill>
                            <a:srgbClr val="111111"/>
                          </a:solidFill>
                          <a:latin typeface="Arial"/>
                          <a:ea typeface="Arial"/>
                          <a:cs typeface="Arial"/>
                        </a:rPr>
                        <a:t>Henrique, com a equipe</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875" b="0">
                          <a:solidFill>
                            <a:srgbClr val="111111"/>
                          </a:solidFill>
                          <a:latin typeface="Arial"/>
                          <a:ea typeface="Arial"/>
                          <a:cs typeface="Arial"/>
                        </a:rPr>
                        <a:t>Semanas 4 e 5</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r h="590550">
                <a:tc>
                  <a:txBody>
                    <a:bodyPr wrap="square">
                      <a:noAutofit/>
                    </a:bodyPr>
                    <a:lstStyle/>
                    <a:p>
                      <a:pPr>
                        <a:lnSpc>
                          <a:spcPct val="106000"/>
                        </a:lnSpc>
                        <a:buNone/>
                      </a:pPr>
                      <a:r>
                        <a:rPr sz="1875" b="0">
                          <a:solidFill>
                            <a:srgbClr val="111111"/>
                          </a:solidFill>
                          <a:latin typeface="Arial"/>
                          <a:ea typeface="Arial"/>
                          <a:cs typeface="Arial"/>
                        </a:rPr>
                        <a:t>Validar interpretações</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875" b="0">
                          <a:solidFill>
                            <a:srgbClr val="111111"/>
                          </a:solidFill>
                          <a:latin typeface="Arial"/>
                          <a:ea typeface="Arial"/>
                          <a:cs typeface="Arial"/>
                        </a:rPr>
                        <a:t>Todos, com orientador e responsáveis</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875" b="0">
                          <a:solidFill>
                            <a:srgbClr val="111111"/>
                          </a:solidFill>
                          <a:latin typeface="Arial"/>
                          <a:ea typeface="Arial"/>
                          <a:cs typeface="Arial"/>
                        </a:rPr>
                        <a:t>Semana 5</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r h="523875">
                <a:tc>
                  <a:txBody>
                    <a:bodyPr wrap="square">
                      <a:noAutofit/>
                    </a:bodyPr>
                    <a:lstStyle/>
                    <a:p>
                      <a:pPr>
                        <a:lnSpc>
                          <a:spcPct val="106000"/>
                        </a:lnSpc>
                        <a:buNone/>
                      </a:pPr>
                      <a:r>
                        <a:rPr sz="1875" b="0">
                          <a:solidFill>
                            <a:srgbClr val="111111"/>
                          </a:solidFill>
                          <a:latin typeface="Arial"/>
                          <a:ea typeface="Arial"/>
                          <a:cs typeface="Arial"/>
                        </a:rPr>
                        <a:t>Revisar e apresentar</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875" b="0">
                          <a:solidFill>
                            <a:srgbClr val="111111"/>
                          </a:solidFill>
                          <a:latin typeface="Arial"/>
                          <a:ea typeface="Arial"/>
                          <a:cs typeface="Arial"/>
                        </a:rPr>
                        <a:t>Todos</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1875" b="0">
                          <a:solidFill>
                            <a:srgbClr val="111111"/>
                          </a:solidFill>
                          <a:latin typeface="Arial"/>
                          <a:ea typeface="Arial"/>
                          <a:cs typeface="Arial"/>
                        </a:rPr>
                        <a:t>Semana 6</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bl>
          </a:graphicData>
        </a:graphic>
      </p:graphicFrame>
      <p:sp>
        <p:nvSpPr>
          <p:cNvPr id="7" name="budget">
            <a:extLst xmlns:a="http://schemas.openxmlformats.org/drawingml/2006/main">
              <a:ext uri="{FF2B5EF4-FFF2-40B4-BE49-F238E27FC236}">
                <a16:creationId xmlns:a16="http://schemas.microsoft.com/office/drawing/2014/main" id="{087EB4D4-D6D9-4EA9-806B-72786BEA4E4F}"/>
              </a:ext>
            </a:extLst>
          </p:cNvPr>
          <p:cNvSpPr>
            <a:spLocks xmlns:a="http://schemas.openxmlformats.org/drawingml/2006/main" noGrp="1"/>
          </p:cNvSpPr>
          <p:nvPr/>
        </p:nvSpPr>
        <p:spPr>
          <a:xfrm xmlns:a="http://schemas.openxmlformats.org/drawingml/2006/main">
            <a:off x="685800" y="5686425"/>
            <a:ext cx="10820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11111"/>
                </a:solidFill>
                <a:latin typeface="Arial"/>
                <a:ea typeface="Arial"/>
                <a:cs typeface="Arial"/>
              </a:defRPr>
            </a:defPPr>
            <a:lvl1pPr algn="l">
              <a:defRPr sz="1800" b="0">
                <a:solidFill>
                  <a:srgbClr val="111111"/>
                </a:solidFill>
                <a:latin typeface="Arial"/>
                <a:ea typeface="Arial"/>
                <a:cs typeface="Arial"/>
              </a:defRPr>
            </a:lvl1pPr>
            <a:lvl2pPr algn="l">
              <a:defRPr sz="1800" b="0">
                <a:solidFill>
                  <a:srgbClr val="111111"/>
                </a:solidFill>
                <a:latin typeface="Arial"/>
                <a:ea typeface="Arial"/>
                <a:cs typeface="Arial"/>
              </a:defRPr>
            </a:lvl2pPr>
            <a:lvl3pPr algn="l">
              <a:defRPr sz="1800" b="0">
                <a:solidFill>
                  <a:srgbClr val="111111"/>
                </a:solidFill>
                <a:latin typeface="Arial"/>
                <a:ea typeface="Arial"/>
                <a:cs typeface="Arial"/>
              </a:defRPr>
            </a:lvl3pPr>
            <a:lvl4pPr algn="l">
              <a:defRPr sz="1800" b="0">
                <a:solidFill>
                  <a:srgbClr val="111111"/>
                </a:solidFill>
                <a:latin typeface="Arial"/>
                <a:ea typeface="Arial"/>
                <a:cs typeface="Arial"/>
              </a:defRPr>
            </a:lvl4pPr>
            <a:lvl5pPr algn="l">
              <a:defRPr sz="1800" b="0">
                <a:solidFill>
                  <a:srgbClr val="111111"/>
                </a:solidFill>
                <a:latin typeface="Arial"/>
                <a:ea typeface="Arial"/>
                <a:cs typeface="Arial"/>
              </a:defRPr>
            </a:lvl5pPr>
            <a:lvl6pPr algn="l">
              <a:defRPr sz="1800" b="0">
                <a:solidFill>
                  <a:srgbClr val="111111"/>
                </a:solidFill>
                <a:latin typeface="Arial"/>
                <a:ea typeface="Arial"/>
                <a:cs typeface="Arial"/>
              </a:defRPr>
            </a:lvl6pPr>
            <a:lvl7pPr algn="l">
              <a:defRPr sz="1800" b="0">
                <a:solidFill>
                  <a:srgbClr val="111111"/>
                </a:solidFill>
                <a:latin typeface="Arial"/>
                <a:ea typeface="Arial"/>
                <a:cs typeface="Arial"/>
              </a:defRPr>
            </a:lvl7pPr>
            <a:lvl8pPr algn="l">
              <a:defRPr sz="1800" b="0">
                <a:solidFill>
                  <a:srgbClr val="111111"/>
                </a:solidFill>
                <a:latin typeface="Arial"/>
                <a:ea typeface="Arial"/>
                <a:cs typeface="Arial"/>
              </a:defRPr>
            </a:lvl8pPr>
            <a:lvl9pPr algn="l">
              <a:defRPr sz="1800" b="0">
                <a:solidFill>
                  <a:srgbClr val="111111"/>
                </a:solidFill>
                <a:latin typeface="Arial"/>
                <a:ea typeface="Arial"/>
                <a:cs typeface="Arial"/>
              </a:defRPr>
            </a:lvl9pPr>
          </a:lstStyle>
          <a:p xmlns:a="http://schemas.openxmlformats.org/drawingml/2006/main">
            <a:pPr algn="l">
              <a:lnSpc>
                <a:spcPct val="113000"/>
              </a:lnSpc>
              <a:buNone/>
              <a:defRPr sz="1800" b="0">
                <a:solidFill>
                  <a:srgbClr val="111111"/>
                </a:solidFill>
                <a:latin typeface="Arial"/>
                <a:ea typeface="Arial"/>
                <a:cs typeface="Arial"/>
              </a:defRPr>
            </a:pPr>
            <a:r>
              <a:rPr sz="1800" b="0">
                <a:solidFill>
                  <a:srgbClr val="111111"/>
                </a:solidFill>
                <a:latin typeface="Arial"/>
                <a:ea typeface="Arial"/>
                <a:cs typeface="Arial"/>
              </a:rPr>
              <a:t>Orçamento em levantamento: infraestrutura, licenças, capacitação e esforço de trabalho. Valores não apurados.</a:t>
            </a:r>
          </a:p>
        </p:txBody>
      </p:sp>
      <p:sp>
        <p:nvSpPr>
          <p:cNvPr id="8" name="source">
            <a:extLst xmlns:a="http://schemas.openxmlformats.org/drawingml/2006/main">
              <a:ext uri="{FF2B5EF4-FFF2-40B4-BE49-F238E27FC236}">
                <a16:creationId xmlns:a16="http://schemas.microsoft.com/office/drawing/2014/main" id="{50C7C369-1E4F-4397-A059-2F922A48CE1B}"/>
              </a:ext>
            </a:extLst>
          </p:cNvPr>
          <p:cNvSpPr>
            <a:spLocks xmlns:a="http://schemas.openxmlformats.org/drawingml/2006/main" noGrp="1"/>
          </p:cNvSpPr>
          <p:nvPr/>
        </p:nvSpPr>
        <p:spPr>
          <a:xfrm xmlns:a="http://schemas.openxmlformats.org/drawingml/2006/main">
            <a:off x="685800" y="6200775"/>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464646"/>
                </a:solidFill>
                <a:latin typeface="Arial"/>
                <a:ea typeface="Arial"/>
                <a:cs typeface="Arial"/>
              </a:defRPr>
            </a:defPPr>
            <a:lvl1pPr algn="l">
              <a:defRPr sz="1500" b="0">
                <a:solidFill>
                  <a:srgbClr val="464646"/>
                </a:solidFill>
                <a:latin typeface="Arial"/>
                <a:ea typeface="Arial"/>
                <a:cs typeface="Arial"/>
              </a:defRPr>
            </a:lvl1pPr>
            <a:lvl2pPr algn="l">
              <a:defRPr sz="1500" b="0">
                <a:solidFill>
                  <a:srgbClr val="464646"/>
                </a:solidFill>
                <a:latin typeface="Arial"/>
                <a:ea typeface="Arial"/>
                <a:cs typeface="Arial"/>
              </a:defRPr>
            </a:lvl2pPr>
            <a:lvl3pPr algn="l">
              <a:defRPr sz="1500" b="0">
                <a:solidFill>
                  <a:srgbClr val="464646"/>
                </a:solidFill>
                <a:latin typeface="Arial"/>
                <a:ea typeface="Arial"/>
                <a:cs typeface="Arial"/>
              </a:defRPr>
            </a:lvl3pPr>
            <a:lvl4pPr algn="l">
              <a:defRPr sz="1500" b="0">
                <a:solidFill>
                  <a:srgbClr val="464646"/>
                </a:solidFill>
                <a:latin typeface="Arial"/>
                <a:ea typeface="Arial"/>
                <a:cs typeface="Arial"/>
              </a:defRPr>
            </a:lvl4pPr>
            <a:lvl5pPr algn="l">
              <a:defRPr sz="1500" b="0">
                <a:solidFill>
                  <a:srgbClr val="464646"/>
                </a:solidFill>
                <a:latin typeface="Arial"/>
                <a:ea typeface="Arial"/>
                <a:cs typeface="Arial"/>
              </a:defRPr>
            </a:lvl5pPr>
            <a:lvl6pPr algn="l">
              <a:defRPr sz="1500" b="0">
                <a:solidFill>
                  <a:srgbClr val="464646"/>
                </a:solidFill>
                <a:latin typeface="Arial"/>
                <a:ea typeface="Arial"/>
                <a:cs typeface="Arial"/>
              </a:defRPr>
            </a:lvl6pPr>
            <a:lvl7pPr algn="l">
              <a:defRPr sz="1500" b="0">
                <a:solidFill>
                  <a:srgbClr val="464646"/>
                </a:solidFill>
                <a:latin typeface="Arial"/>
                <a:ea typeface="Arial"/>
                <a:cs typeface="Arial"/>
              </a:defRPr>
            </a:lvl7pPr>
            <a:lvl8pPr algn="l">
              <a:defRPr sz="1500" b="0">
                <a:solidFill>
                  <a:srgbClr val="464646"/>
                </a:solidFill>
                <a:latin typeface="Arial"/>
                <a:ea typeface="Arial"/>
                <a:cs typeface="Arial"/>
              </a:defRPr>
            </a:lvl8pPr>
            <a:lvl9pPr algn="l">
              <a:defRPr sz="1500" b="0">
                <a:solidFill>
                  <a:srgbClr val="464646"/>
                </a:solidFill>
                <a:latin typeface="Arial"/>
                <a:ea typeface="Arial"/>
                <a:cs typeface="Arial"/>
              </a:defRPr>
            </a:lvl9pPr>
          </a:lstStyle>
          <a:p xmlns:a="http://schemas.openxmlformats.org/drawingml/2006/main">
            <a:pPr algn="l">
              <a:lnSpc>
                <a:spcPct val="105000"/>
              </a:lnSpc>
              <a:buNone/>
              <a:defRPr sz="1500" b="0">
                <a:solidFill>
                  <a:srgbClr val="464646"/>
                </a:solidFill>
                <a:latin typeface="Arial"/>
                <a:ea typeface="Arial"/>
                <a:cs typeface="Arial"/>
              </a:defRPr>
            </a:pPr>
            <a:r>
              <a:rPr sz="1500" b="0">
                <a:solidFill>
                  <a:srgbClr val="464646"/>
                </a:solidFill>
                <a:latin typeface="Arial"/>
                <a:ea typeface="Arial"/>
                <a:cs typeface="Arial"/>
              </a:rPr>
              <a:t>Fonte: elaboração própria. O período é relativo e requer adequação ao calendário acadêmico.</a:t>
            </a:r>
          </a:p>
        </p:txBody>
      </p:sp>
    </p:spTree>
    <p:extLst>
      <p:ext uri="{BB962C8B-B14F-4D97-AF65-F5344CB8AC3E}">
        <p14:creationId xmlns:p14="http://schemas.microsoft.com/office/powerpoint/2010/main" val="50914410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6E97F929-EB03-4053-B7C5-9135F1BA29C0}"/>
              </a:ext>
            </a:extLst>
          </p:cNvPr>
          <p:cNvSpPr>
            <a:spLocks xmlns:a="http://schemas.openxmlformats.org/drawingml/2006/main" noGrp="1"/>
          </p:cNvSpPr>
          <p:nvPr/>
        </p:nvSpPr>
        <p:spPr>
          <a:xfrm xmlns:a="http://schemas.openxmlformats.org/drawingml/2006/main">
            <a:off x="685800" y="41910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11111"/>
                </a:solidFill>
                <a:latin typeface="Arial"/>
                <a:ea typeface="Arial"/>
                <a:cs typeface="Arial"/>
              </a:defRPr>
            </a:defPPr>
            <a:lvl1pPr algn="l">
              <a:defRPr sz="3300" b="1">
                <a:solidFill>
                  <a:srgbClr val="111111"/>
                </a:solidFill>
                <a:latin typeface="Arial"/>
                <a:ea typeface="Arial"/>
                <a:cs typeface="Arial"/>
              </a:defRPr>
            </a:lvl1pPr>
            <a:lvl2pPr algn="l">
              <a:defRPr sz="3300" b="1">
                <a:solidFill>
                  <a:srgbClr val="111111"/>
                </a:solidFill>
                <a:latin typeface="Arial"/>
                <a:ea typeface="Arial"/>
                <a:cs typeface="Arial"/>
              </a:defRPr>
            </a:lvl2pPr>
            <a:lvl3pPr algn="l">
              <a:defRPr sz="3300" b="1">
                <a:solidFill>
                  <a:srgbClr val="111111"/>
                </a:solidFill>
                <a:latin typeface="Arial"/>
                <a:ea typeface="Arial"/>
                <a:cs typeface="Arial"/>
              </a:defRPr>
            </a:lvl3pPr>
            <a:lvl4pPr algn="l">
              <a:defRPr sz="3300" b="1">
                <a:solidFill>
                  <a:srgbClr val="111111"/>
                </a:solidFill>
                <a:latin typeface="Arial"/>
                <a:ea typeface="Arial"/>
                <a:cs typeface="Arial"/>
              </a:defRPr>
            </a:lvl4pPr>
            <a:lvl5pPr algn="l">
              <a:defRPr sz="3300" b="1">
                <a:solidFill>
                  <a:srgbClr val="111111"/>
                </a:solidFill>
                <a:latin typeface="Arial"/>
                <a:ea typeface="Arial"/>
                <a:cs typeface="Arial"/>
              </a:defRPr>
            </a:lvl5pPr>
            <a:lvl6pPr algn="l">
              <a:defRPr sz="3300" b="1">
                <a:solidFill>
                  <a:srgbClr val="111111"/>
                </a:solidFill>
                <a:latin typeface="Arial"/>
                <a:ea typeface="Arial"/>
                <a:cs typeface="Arial"/>
              </a:defRPr>
            </a:lvl6pPr>
            <a:lvl7pPr algn="l">
              <a:defRPr sz="3300" b="1">
                <a:solidFill>
                  <a:srgbClr val="111111"/>
                </a:solidFill>
                <a:latin typeface="Arial"/>
                <a:ea typeface="Arial"/>
                <a:cs typeface="Arial"/>
              </a:defRPr>
            </a:lvl7pPr>
            <a:lvl8pPr algn="l">
              <a:defRPr sz="3300" b="1">
                <a:solidFill>
                  <a:srgbClr val="111111"/>
                </a:solidFill>
                <a:latin typeface="Arial"/>
                <a:ea typeface="Arial"/>
                <a:cs typeface="Arial"/>
              </a:defRPr>
            </a:lvl8pPr>
            <a:lvl9pPr algn="l">
              <a:defRPr sz="3300" b="1">
                <a:solidFill>
                  <a:srgbClr val="111111"/>
                </a:solidFill>
                <a:latin typeface="Arial"/>
                <a:ea typeface="Arial"/>
                <a:cs typeface="Arial"/>
              </a:defRPr>
            </a:lvl9pPr>
          </a:lstStyle>
          <a:p xmlns:a="http://schemas.openxmlformats.org/drawingml/2006/main">
            <a:pPr algn="l">
              <a:lnSpc>
                <a:spcPct val="113000"/>
              </a:lnSpc>
              <a:buNone/>
              <a:defRPr sz="3300" b="1">
                <a:solidFill>
                  <a:srgbClr val="111111"/>
                </a:solidFill>
                <a:latin typeface="Arial"/>
                <a:ea typeface="Arial"/>
                <a:cs typeface="Arial"/>
              </a:defRPr>
            </a:pPr>
            <a:r>
              <a:rPr sz="3300" b="1">
                <a:solidFill>
                  <a:srgbClr val="111111"/>
                </a:solidFill>
                <a:latin typeface="Arial"/>
                <a:ea typeface="Arial"/>
                <a:cs typeface="Arial"/>
              </a:rPr>
              <a:t>12 RESULTADOS ESPERADOS E AVALIAÇÃO</a:t>
            </a:r>
          </a:p>
        </p:txBody>
      </p:sp>
      <p:sp>
        <p:nvSpPr>
          <p:cNvPr id="2" name="heading-rule">
            <a:extLst xmlns:a="http://schemas.openxmlformats.org/drawingml/2006/main">
              <a:ext uri="{FF2B5EF4-FFF2-40B4-BE49-F238E27FC236}">
                <a16:creationId xmlns:a16="http://schemas.microsoft.com/office/drawing/2014/main" id="{D433685F-4267-4BEF-96E3-A0155BFA132C}"/>
              </a:ext>
            </a:extLst>
          </p:cNvPr>
          <p:cNvSpPr>
            <a:spLocks xmlns:a="http://schemas.openxmlformats.org/drawingml/2006/main" noGrp="1"/>
          </p:cNvSpPr>
          <p:nvPr/>
        </p:nvSpPr>
        <p:spPr>
          <a:xfrm xmlns:a="http://schemas.openxmlformats.org/drawingml/2006/main">
            <a:off x="685800" y="1171575"/>
            <a:ext cx="10820400" cy="0"/>
          </a:xfrm>
          <a:prstGeom xmlns:a="http://schemas.openxmlformats.org/drawingml/2006/main" prst="line">
            <a:avLst/>
          </a:prstGeom>
          <a:noFill xmlns:a="http://schemas.openxmlformats.org/drawingml/2006/main"/>
          <a:ln xmlns:a="http://schemas.openxmlformats.org/drawingml/2006/main" w="11430">
            <a:solidFill>
              <a:srgbClr val="AD1115"/>
            </a:solidFill>
            <a:prstDash val="solid"/>
          </a:ln>
        </p:spPr>
      </p:sp>
      <p:sp>
        <p:nvSpPr>
          <p:cNvPr id="3" name="institution-footer">
            <a:extLst xmlns:a="http://schemas.openxmlformats.org/drawingml/2006/main">
              <a:ext uri="{FF2B5EF4-FFF2-40B4-BE49-F238E27FC236}">
                <a16:creationId xmlns:a16="http://schemas.microsoft.com/office/drawing/2014/main" id="{A5E7C3BC-71A7-4372-B76C-92B5115EE5ED}"/>
              </a:ext>
            </a:extLst>
          </p:cNvPr>
          <p:cNvSpPr>
            <a:spLocks xmlns:a="http://schemas.openxmlformats.org/drawingml/2006/main" noGrp="1"/>
          </p:cNvSpPr>
          <p:nvPr/>
        </p:nvSpPr>
        <p:spPr>
          <a:xfrm xmlns:a="http://schemas.openxmlformats.org/drawingml/2006/main">
            <a:off x="685800" y="654367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64646"/>
                </a:solidFill>
                <a:latin typeface="Arial"/>
                <a:ea typeface="Arial"/>
                <a:cs typeface="Arial"/>
              </a:defRPr>
            </a:defPPr>
            <a:lvl1pPr algn="l">
              <a:defRPr sz="1350" b="0">
                <a:solidFill>
                  <a:srgbClr val="464646"/>
                </a:solidFill>
                <a:latin typeface="Arial"/>
                <a:ea typeface="Arial"/>
                <a:cs typeface="Arial"/>
              </a:defRPr>
            </a:lvl1pPr>
            <a:lvl2pPr algn="l">
              <a:defRPr sz="1350" b="0">
                <a:solidFill>
                  <a:srgbClr val="464646"/>
                </a:solidFill>
                <a:latin typeface="Arial"/>
                <a:ea typeface="Arial"/>
                <a:cs typeface="Arial"/>
              </a:defRPr>
            </a:lvl2pPr>
            <a:lvl3pPr algn="l">
              <a:defRPr sz="1350" b="0">
                <a:solidFill>
                  <a:srgbClr val="464646"/>
                </a:solidFill>
                <a:latin typeface="Arial"/>
                <a:ea typeface="Arial"/>
                <a:cs typeface="Arial"/>
              </a:defRPr>
            </a:lvl3pPr>
            <a:lvl4pPr algn="l">
              <a:defRPr sz="1350" b="0">
                <a:solidFill>
                  <a:srgbClr val="464646"/>
                </a:solidFill>
                <a:latin typeface="Arial"/>
                <a:ea typeface="Arial"/>
                <a:cs typeface="Arial"/>
              </a:defRPr>
            </a:lvl4pPr>
            <a:lvl5pPr algn="l">
              <a:defRPr sz="1350" b="0">
                <a:solidFill>
                  <a:srgbClr val="464646"/>
                </a:solidFill>
                <a:latin typeface="Arial"/>
                <a:ea typeface="Arial"/>
                <a:cs typeface="Arial"/>
              </a:defRPr>
            </a:lvl5pPr>
            <a:lvl6pPr algn="l">
              <a:defRPr sz="1350" b="0">
                <a:solidFill>
                  <a:srgbClr val="464646"/>
                </a:solidFill>
                <a:latin typeface="Arial"/>
                <a:ea typeface="Arial"/>
                <a:cs typeface="Arial"/>
              </a:defRPr>
            </a:lvl6pPr>
            <a:lvl7pPr algn="l">
              <a:defRPr sz="1350" b="0">
                <a:solidFill>
                  <a:srgbClr val="464646"/>
                </a:solidFill>
                <a:latin typeface="Arial"/>
                <a:ea typeface="Arial"/>
                <a:cs typeface="Arial"/>
              </a:defRPr>
            </a:lvl7pPr>
            <a:lvl8pPr algn="l">
              <a:defRPr sz="1350" b="0">
                <a:solidFill>
                  <a:srgbClr val="464646"/>
                </a:solidFill>
                <a:latin typeface="Arial"/>
                <a:ea typeface="Arial"/>
                <a:cs typeface="Arial"/>
              </a:defRPr>
            </a:lvl8pPr>
            <a:lvl9pPr algn="l">
              <a:defRPr sz="1350" b="0">
                <a:solidFill>
                  <a:srgbClr val="464646"/>
                </a:solidFill>
                <a:latin typeface="Arial"/>
                <a:ea typeface="Arial"/>
                <a:cs typeface="Arial"/>
              </a:defRPr>
            </a:lvl9pPr>
          </a:lstStyle>
          <a:p xmlns:a="http://schemas.openxmlformats.org/drawingml/2006/main">
            <a:pPr algn="l">
              <a:lnSpc>
                <a:spcPct val="113000"/>
              </a:lnSpc>
              <a:buNone/>
              <a:defRPr sz="1350" b="0">
                <a:solidFill>
                  <a:srgbClr val="464646"/>
                </a:solidFill>
                <a:latin typeface="Arial"/>
                <a:ea typeface="Arial"/>
                <a:cs typeface="Arial"/>
              </a:defRPr>
            </a:pPr>
            <a:r>
              <a:rPr sz="1350" b="0">
                <a:solidFill>
                  <a:srgbClr val="464646"/>
                </a:solidFill>
                <a:latin typeface="Arial"/>
                <a:ea typeface="Arial"/>
                <a:cs typeface="Arial"/>
              </a:rPr>
              <a:t>Fatec Barueri, Trabalho de Graduação I</a:t>
            </a:r>
          </a:p>
        </p:txBody>
      </p:sp>
      <p:sp>
        <p:nvSpPr>
          <p:cNvPr id="4" name="slide-number">
            <a:extLst xmlns:a="http://schemas.openxmlformats.org/drawingml/2006/main">
              <a:ext uri="{FF2B5EF4-FFF2-40B4-BE49-F238E27FC236}">
                <a16:creationId xmlns:a16="http://schemas.microsoft.com/office/drawing/2014/main" id="{5A3E028D-BEF8-4220-8840-459836E5F032}"/>
              </a:ext>
            </a:extLst>
          </p:cNvPr>
          <p:cNvSpPr>
            <a:spLocks xmlns:a="http://schemas.openxmlformats.org/drawingml/2006/main" noGrp="1"/>
          </p:cNvSpPr>
          <p:nvPr/>
        </p:nvSpPr>
        <p:spPr>
          <a:xfrm xmlns:a="http://schemas.openxmlformats.org/drawingml/2006/main">
            <a:off x="11049000" y="65151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464646"/>
                </a:solidFill>
                <a:latin typeface="Arial"/>
                <a:ea typeface="Arial"/>
                <a:cs typeface="Arial"/>
              </a:defRPr>
            </a:defPPr>
            <a:lvl1pPr algn="r">
              <a:defRPr sz="1500" b="0">
                <a:solidFill>
                  <a:srgbClr val="464646"/>
                </a:solidFill>
                <a:latin typeface="Arial"/>
                <a:ea typeface="Arial"/>
                <a:cs typeface="Arial"/>
              </a:defRPr>
            </a:lvl1pPr>
            <a:lvl2pPr algn="r">
              <a:defRPr sz="1500" b="0">
                <a:solidFill>
                  <a:srgbClr val="464646"/>
                </a:solidFill>
                <a:latin typeface="Arial"/>
                <a:ea typeface="Arial"/>
                <a:cs typeface="Arial"/>
              </a:defRPr>
            </a:lvl2pPr>
            <a:lvl3pPr algn="r">
              <a:defRPr sz="1500" b="0">
                <a:solidFill>
                  <a:srgbClr val="464646"/>
                </a:solidFill>
                <a:latin typeface="Arial"/>
                <a:ea typeface="Arial"/>
                <a:cs typeface="Arial"/>
              </a:defRPr>
            </a:lvl3pPr>
            <a:lvl4pPr algn="r">
              <a:defRPr sz="1500" b="0">
                <a:solidFill>
                  <a:srgbClr val="464646"/>
                </a:solidFill>
                <a:latin typeface="Arial"/>
                <a:ea typeface="Arial"/>
                <a:cs typeface="Arial"/>
              </a:defRPr>
            </a:lvl4pPr>
            <a:lvl5pPr algn="r">
              <a:defRPr sz="1500" b="0">
                <a:solidFill>
                  <a:srgbClr val="464646"/>
                </a:solidFill>
                <a:latin typeface="Arial"/>
                <a:ea typeface="Arial"/>
                <a:cs typeface="Arial"/>
              </a:defRPr>
            </a:lvl5pPr>
            <a:lvl6pPr algn="r">
              <a:defRPr sz="1500" b="0">
                <a:solidFill>
                  <a:srgbClr val="464646"/>
                </a:solidFill>
                <a:latin typeface="Arial"/>
                <a:ea typeface="Arial"/>
                <a:cs typeface="Arial"/>
              </a:defRPr>
            </a:lvl6pPr>
            <a:lvl7pPr algn="r">
              <a:defRPr sz="1500" b="0">
                <a:solidFill>
                  <a:srgbClr val="464646"/>
                </a:solidFill>
                <a:latin typeface="Arial"/>
                <a:ea typeface="Arial"/>
                <a:cs typeface="Arial"/>
              </a:defRPr>
            </a:lvl7pPr>
            <a:lvl8pPr algn="r">
              <a:defRPr sz="1500" b="0">
                <a:solidFill>
                  <a:srgbClr val="464646"/>
                </a:solidFill>
                <a:latin typeface="Arial"/>
                <a:ea typeface="Arial"/>
                <a:cs typeface="Arial"/>
              </a:defRPr>
            </a:lvl8pPr>
            <a:lvl9pPr algn="r">
              <a:defRPr sz="1500" b="0">
                <a:solidFill>
                  <a:srgbClr val="464646"/>
                </a:solidFill>
                <a:latin typeface="Arial"/>
                <a:ea typeface="Arial"/>
                <a:cs typeface="Arial"/>
              </a:defRPr>
            </a:lvl9pPr>
          </a:lstStyle>
          <a:p xmlns:a="http://schemas.openxmlformats.org/drawingml/2006/main">
            <a:pPr algn="r">
              <a:lnSpc>
                <a:spcPct val="113000"/>
              </a:lnSpc>
              <a:buNone/>
              <a:defRPr sz="1500" b="0">
                <a:solidFill>
                  <a:srgbClr val="464646"/>
                </a:solidFill>
                <a:latin typeface="Arial"/>
                <a:ea typeface="Arial"/>
                <a:cs typeface="Arial"/>
              </a:defRPr>
            </a:pPr>
            <a:r>
              <a:rPr sz="1500" b="0">
                <a:solidFill>
                  <a:srgbClr val="464646"/>
                </a:solidFill>
                <a:latin typeface="Arial"/>
                <a:ea typeface="Arial"/>
                <a:cs typeface="Arial"/>
              </a:rPr>
              <a:t>13</a:t>
            </a:r>
          </a:p>
        </p:txBody>
      </p:sp>
      <p:sp>
        <p:nvSpPr>
          <p:cNvPr id="5" name="expected">
            <a:extLst xmlns:a="http://schemas.openxmlformats.org/drawingml/2006/main">
              <a:ext uri="{FF2B5EF4-FFF2-40B4-BE49-F238E27FC236}">
                <a16:creationId xmlns:a16="http://schemas.microsoft.com/office/drawing/2014/main" id="{A5B3DD86-89FF-4F17-AD6E-C591C8E7F556}"/>
              </a:ext>
            </a:extLst>
          </p:cNvPr>
          <p:cNvSpPr>
            <a:spLocks xmlns:a="http://schemas.openxmlformats.org/drawingml/2006/main" noGrp="1"/>
          </p:cNvSpPr>
          <p:nvPr/>
        </p:nvSpPr>
        <p:spPr>
          <a:xfrm xmlns:a="http://schemas.openxmlformats.org/drawingml/2006/main">
            <a:off x="685800" y="1438275"/>
            <a:ext cx="108204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11111"/>
                </a:solidFill>
                <a:latin typeface="Arial"/>
                <a:ea typeface="Arial"/>
                <a:cs typeface="Arial"/>
              </a:defRPr>
            </a:defPPr>
            <a:lvl1pPr algn="l">
              <a:defRPr sz="2250" b="0">
                <a:solidFill>
                  <a:srgbClr val="111111"/>
                </a:solidFill>
                <a:latin typeface="Arial"/>
                <a:ea typeface="Arial"/>
                <a:cs typeface="Arial"/>
              </a:defRPr>
            </a:lvl1pPr>
            <a:lvl2pPr algn="l">
              <a:defRPr sz="2250" b="0">
                <a:solidFill>
                  <a:srgbClr val="111111"/>
                </a:solidFill>
                <a:latin typeface="Arial"/>
                <a:ea typeface="Arial"/>
                <a:cs typeface="Arial"/>
              </a:defRPr>
            </a:lvl2pPr>
            <a:lvl3pPr algn="l">
              <a:defRPr sz="2250" b="0">
                <a:solidFill>
                  <a:srgbClr val="111111"/>
                </a:solidFill>
                <a:latin typeface="Arial"/>
                <a:ea typeface="Arial"/>
                <a:cs typeface="Arial"/>
              </a:defRPr>
            </a:lvl3pPr>
            <a:lvl4pPr algn="l">
              <a:defRPr sz="2250" b="0">
                <a:solidFill>
                  <a:srgbClr val="111111"/>
                </a:solidFill>
                <a:latin typeface="Arial"/>
                <a:ea typeface="Arial"/>
                <a:cs typeface="Arial"/>
              </a:defRPr>
            </a:lvl4pPr>
            <a:lvl5pPr algn="l">
              <a:defRPr sz="2250" b="0">
                <a:solidFill>
                  <a:srgbClr val="111111"/>
                </a:solidFill>
                <a:latin typeface="Arial"/>
                <a:ea typeface="Arial"/>
                <a:cs typeface="Arial"/>
              </a:defRPr>
            </a:lvl5pPr>
            <a:lvl6pPr algn="l">
              <a:defRPr sz="2250" b="0">
                <a:solidFill>
                  <a:srgbClr val="111111"/>
                </a:solidFill>
                <a:latin typeface="Arial"/>
                <a:ea typeface="Arial"/>
                <a:cs typeface="Arial"/>
              </a:defRPr>
            </a:lvl6pPr>
            <a:lvl7pPr algn="l">
              <a:defRPr sz="2250" b="0">
                <a:solidFill>
                  <a:srgbClr val="111111"/>
                </a:solidFill>
                <a:latin typeface="Arial"/>
                <a:ea typeface="Arial"/>
                <a:cs typeface="Arial"/>
              </a:defRPr>
            </a:lvl7pPr>
            <a:lvl8pPr algn="l">
              <a:defRPr sz="2250" b="0">
                <a:solidFill>
                  <a:srgbClr val="111111"/>
                </a:solidFill>
                <a:latin typeface="Arial"/>
                <a:ea typeface="Arial"/>
                <a:cs typeface="Arial"/>
              </a:defRPr>
            </a:lvl8pPr>
            <a:lvl9pPr algn="l">
              <a:defRPr sz="2250" b="0">
                <a:solidFill>
                  <a:srgbClr val="111111"/>
                </a:solidFill>
                <a:latin typeface="Arial"/>
                <a:ea typeface="Arial"/>
                <a:cs typeface="Arial"/>
              </a:defRPr>
            </a:lvl9pPr>
          </a:lstStyle>
          <a:p xmlns:a="http://schemas.openxmlformats.org/drawingml/2006/main">
            <a:pPr algn="l">
              <a:lnSpc>
                <a:spcPct val="113000"/>
              </a:lnSpc>
              <a:buNone/>
              <a:defRPr sz="2250" b="0">
                <a:solidFill>
                  <a:srgbClr val="111111"/>
                </a:solidFill>
                <a:latin typeface="Arial"/>
                <a:ea typeface="Arial"/>
                <a:cs typeface="Arial"/>
              </a:defRPr>
            </a:pPr>
            <a:r>
              <a:rPr sz="2250" b="0">
                <a:solidFill>
                  <a:srgbClr val="111111"/>
                </a:solidFill>
                <a:latin typeface="Arial"/>
                <a:ea typeface="Arial"/>
                <a:cs typeface="Arial"/>
              </a:rPr>
              <a:t>Espera-se ampliar a associação técnica dos acessos às contas, organizar o atendimento e sustentar decisões institucionais com evidências.</a:t>
            </a:r>
          </a:p>
        </p:txBody>
      </p:sp>
      <p:sp>
        <p:nvSpPr>
          <p:cNvPr id="6" name="caption">
            <a:extLst xmlns:a="http://schemas.openxmlformats.org/drawingml/2006/main">
              <a:ext uri="{FF2B5EF4-FFF2-40B4-BE49-F238E27FC236}">
                <a16:creationId xmlns:a16="http://schemas.microsoft.com/office/drawing/2014/main" id="{30EA6931-DEA1-40A9-ABED-1EA034981078}"/>
              </a:ext>
            </a:extLst>
          </p:cNvPr>
          <p:cNvSpPr>
            <a:spLocks xmlns:a="http://schemas.openxmlformats.org/drawingml/2006/main" noGrp="1"/>
          </p:cNvSpPr>
          <p:nvPr/>
        </p:nvSpPr>
        <p:spPr>
          <a:xfrm xmlns:a="http://schemas.openxmlformats.org/drawingml/2006/main">
            <a:off x="685800" y="2428875"/>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11111"/>
                </a:solidFill>
                <a:latin typeface="Arial"/>
                <a:ea typeface="Arial"/>
                <a:cs typeface="Arial"/>
              </a:defRPr>
            </a:defPPr>
            <a:lvl1pPr algn="l">
              <a:defRPr sz="1800" b="0">
                <a:solidFill>
                  <a:srgbClr val="111111"/>
                </a:solidFill>
                <a:latin typeface="Arial"/>
                <a:ea typeface="Arial"/>
                <a:cs typeface="Arial"/>
              </a:defRPr>
            </a:lvl1pPr>
            <a:lvl2pPr algn="l">
              <a:defRPr sz="1800" b="0">
                <a:solidFill>
                  <a:srgbClr val="111111"/>
                </a:solidFill>
                <a:latin typeface="Arial"/>
                <a:ea typeface="Arial"/>
                <a:cs typeface="Arial"/>
              </a:defRPr>
            </a:lvl2pPr>
            <a:lvl3pPr algn="l">
              <a:defRPr sz="1800" b="0">
                <a:solidFill>
                  <a:srgbClr val="111111"/>
                </a:solidFill>
                <a:latin typeface="Arial"/>
                <a:ea typeface="Arial"/>
                <a:cs typeface="Arial"/>
              </a:defRPr>
            </a:lvl3pPr>
            <a:lvl4pPr algn="l">
              <a:defRPr sz="1800" b="0">
                <a:solidFill>
                  <a:srgbClr val="111111"/>
                </a:solidFill>
                <a:latin typeface="Arial"/>
                <a:ea typeface="Arial"/>
                <a:cs typeface="Arial"/>
              </a:defRPr>
            </a:lvl4pPr>
            <a:lvl5pPr algn="l">
              <a:defRPr sz="1800" b="0">
                <a:solidFill>
                  <a:srgbClr val="111111"/>
                </a:solidFill>
                <a:latin typeface="Arial"/>
                <a:ea typeface="Arial"/>
                <a:cs typeface="Arial"/>
              </a:defRPr>
            </a:lvl5pPr>
            <a:lvl6pPr algn="l">
              <a:defRPr sz="1800" b="0">
                <a:solidFill>
                  <a:srgbClr val="111111"/>
                </a:solidFill>
                <a:latin typeface="Arial"/>
                <a:ea typeface="Arial"/>
                <a:cs typeface="Arial"/>
              </a:defRPr>
            </a:lvl6pPr>
            <a:lvl7pPr algn="l">
              <a:defRPr sz="1800" b="0">
                <a:solidFill>
                  <a:srgbClr val="111111"/>
                </a:solidFill>
                <a:latin typeface="Arial"/>
                <a:ea typeface="Arial"/>
                <a:cs typeface="Arial"/>
              </a:defRPr>
            </a:lvl7pPr>
            <a:lvl8pPr algn="l">
              <a:defRPr sz="1800" b="0">
                <a:solidFill>
                  <a:srgbClr val="111111"/>
                </a:solidFill>
                <a:latin typeface="Arial"/>
                <a:ea typeface="Arial"/>
                <a:cs typeface="Arial"/>
              </a:defRPr>
            </a:lvl8pPr>
            <a:lvl9pPr algn="l">
              <a:defRPr sz="1800" b="0">
                <a:solidFill>
                  <a:srgbClr val="111111"/>
                </a:solidFill>
                <a:latin typeface="Arial"/>
                <a:ea typeface="Arial"/>
                <a:cs typeface="Arial"/>
              </a:defRPr>
            </a:lvl9pPr>
          </a:lstStyle>
          <a:p xmlns:a="http://schemas.openxmlformats.org/drawingml/2006/main">
            <a:pPr algn="l">
              <a:lnSpc>
                <a:spcPct val="113000"/>
              </a:lnSpc>
              <a:buNone/>
              <a:defRPr sz="1800" b="0">
                <a:solidFill>
                  <a:srgbClr val="111111"/>
                </a:solidFill>
                <a:latin typeface="Arial"/>
                <a:ea typeface="Arial"/>
                <a:cs typeface="Arial"/>
              </a:defRPr>
            </a:pPr>
            <a:r>
              <a:rPr sz="1800" b="0">
                <a:solidFill>
                  <a:srgbClr val="111111"/>
                </a:solidFill>
                <a:latin typeface="Arial"/>
                <a:ea typeface="Arial"/>
                <a:cs typeface="Arial"/>
              </a:rPr>
              <a:t>Quadro 7 - Dimensões e indicadores para avaliação futura</a:t>
            </a:r>
          </a:p>
        </p:txBody>
      </p:sp>
      <p:graphicFrame>
        <p:nvGraphicFramePr>
          <p:cNvPr id="7" name="indicators">
            <a:extLst xmlns:a="http://schemas.openxmlformats.org/drawingml/2006/main">
              <a:ext uri="{FF2B5EF4-FFF2-40B4-BE49-F238E27FC236}">
                <a16:creationId xmlns:a16="http://schemas.microsoft.com/office/drawing/2014/main" id="{0CA1FC9A-1141-4299-B438-0CEC5E70DDA2}"/>
              </a:ext>
            </a:extLst>
          </p:cNvPr>
          <p:cNvGraphicFramePr/>
          <p:nvPr/>
        </p:nvGraphicFramePr>
        <p:xfrm>
          <a:off xmlns:a="http://schemas.openxmlformats.org/drawingml/2006/main" x="685800" y="2828925"/>
          <a:ext xmlns:a="http://schemas.openxmlformats.org/drawingml/2006/main" cx="10820400" cy="2857500"/>
        </p:xfrm>
        <a:graphic xmlns:a="http://schemas.openxmlformats.org/drawingml/2006/main">
          <a:graphicData uri="http://schemas.openxmlformats.org/drawingml/2006/table">
            <a:tbl>
              <a:tblPr firstRow="1" bandRow="0"/>
              <a:tblGrid>
                <a:gridCol w="3924300"/>
                <a:gridCol w="6896100"/>
              </a:tblGrid>
              <a:tr h="457200">
                <a:tc>
                  <a:txBody>
                    <a:bodyPr wrap="square">
                      <a:noAutofit/>
                    </a:bodyPr>
                    <a:lstStyle/>
                    <a:p>
                      <a:pPr>
                        <a:lnSpc>
                          <a:spcPct val="106000"/>
                        </a:lnSpc>
                        <a:buNone/>
                      </a:pPr>
                      <a:r>
                        <a:rPr sz="2025" b="1">
                          <a:solidFill>
                            <a:srgbClr val="111111"/>
                          </a:solidFill>
                          <a:latin typeface="Arial"/>
                          <a:ea typeface="Arial"/>
                          <a:cs typeface="Arial"/>
                        </a:rPr>
                        <a:t>Dimensão</a:t>
                      </a:r>
                    </a:p>
                  </a:txBody>
                  <a:tcPr marL="114300" marR="114300" marT="66675" marB="66675" anchor="ctr">
                    <a:lnL w="6191">
                      <a:solidFill>
                        <a:srgbClr val="A7A7A7"/>
                      </a:solidFill>
                      <a:prstDash val="solid"/>
                    </a:lnL>
                    <a:lnR w="6191">
                      <a:solidFill>
                        <a:srgbClr val="A7A7A7"/>
                      </a:solidFill>
                      <a:prstDash val="solid"/>
                    </a:lnR>
                    <a:lnT w="6191">
                      <a:solidFill>
                        <a:srgbClr val="A7A7A7"/>
                      </a:solidFill>
                      <a:prstDash val="solid"/>
                    </a:lnT>
                    <a:lnB w="6191">
                      <a:solidFill>
                        <a:srgbClr val="A7A7A7"/>
                      </a:solidFill>
                      <a:prstDash val="solid"/>
                    </a:lnB>
                    <a:solidFill>
                      <a:srgbClr val="E8E8E8"/>
                    </a:solidFill>
                  </a:tcPr>
                </a:tc>
                <a:tc>
                  <a:txBody>
                    <a:bodyPr wrap="square">
                      <a:noAutofit/>
                    </a:bodyPr>
                    <a:lstStyle/>
                    <a:p>
                      <a:pPr>
                        <a:lnSpc>
                          <a:spcPct val="106000"/>
                        </a:lnSpc>
                        <a:buNone/>
                      </a:pPr>
                      <a:r>
                        <a:rPr sz="2025" b="1">
                          <a:solidFill>
                            <a:srgbClr val="111111"/>
                          </a:solidFill>
                          <a:latin typeface="Arial"/>
                          <a:ea typeface="Arial"/>
                          <a:cs typeface="Arial"/>
                        </a:rPr>
                        <a:t>Indicadores propostos</a:t>
                      </a:r>
                    </a:p>
                  </a:txBody>
                  <a:tcPr marL="114300" marR="114300" marT="66675" marB="66675" anchor="ctr">
                    <a:lnR w="6191">
                      <a:solidFill>
                        <a:srgbClr val="A7A7A7"/>
                      </a:solidFill>
                      <a:prstDash val="solid"/>
                    </a:lnR>
                    <a:lnT w="6191">
                      <a:solidFill>
                        <a:srgbClr val="A7A7A7"/>
                      </a:solidFill>
                      <a:prstDash val="solid"/>
                    </a:lnT>
                    <a:lnB w="6191">
                      <a:solidFill>
                        <a:srgbClr val="A7A7A7"/>
                      </a:solidFill>
                      <a:prstDash val="solid"/>
                    </a:lnB>
                    <a:solidFill>
                      <a:srgbClr val="E8E8E8"/>
                    </a:solidFill>
                  </a:tcPr>
                </a:tc>
              </a:tr>
              <a:tr h="600075">
                <a:tc>
                  <a:txBody>
                    <a:bodyPr wrap="square">
                      <a:noAutofit/>
                    </a:bodyPr>
                    <a:lstStyle/>
                    <a:p>
                      <a:pPr>
                        <a:lnSpc>
                          <a:spcPct val="106000"/>
                        </a:lnSpc>
                        <a:buNone/>
                      </a:pPr>
                      <a:r>
                        <a:rPr sz="2025" b="0">
                          <a:solidFill>
                            <a:srgbClr val="111111"/>
                          </a:solidFill>
                          <a:latin typeface="Arial"/>
                          <a:ea typeface="Arial"/>
                          <a:cs typeface="Arial"/>
                        </a:rPr>
                        <a:t>Acesso</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2025" b="0">
                          <a:solidFill>
                            <a:srgbClr val="111111"/>
                          </a:solidFill>
                          <a:latin typeface="Arial"/>
                          <a:ea typeface="Arial"/>
                          <a:cs typeface="Arial"/>
                        </a:rPr>
                        <a:t>Mediana, percentil 95 e tentativas concluídas.</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r h="600075">
                <a:tc>
                  <a:txBody>
                    <a:bodyPr wrap="square">
                      <a:noAutofit/>
                    </a:bodyPr>
                    <a:lstStyle/>
                    <a:p>
                      <a:pPr>
                        <a:lnSpc>
                          <a:spcPct val="106000"/>
                        </a:lnSpc>
                        <a:buNone/>
                      </a:pPr>
                      <a:r>
                        <a:rPr sz="2025" b="0">
                          <a:solidFill>
                            <a:srgbClr val="111111"/>
                          </a:solidFill>
                          <a:latin typeface="Arial"/>
                          <a:ea typeface="Arial"/>
                          <a:cs typeface="Arial"/>
                        </a:rPr>
                        <a:t>Continuidade</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2025" b="0">
                          <a:solidFill>
                            <a:srgbClr val="111111"/>
                          </a:solidFill>
                          <a:latin typeface="Arial"/>
                          <a:ea typeface="Arial"/>
                          <a:cs typeface="Arial"/>
                        </a:rPr>
                        <a:t>Indisponibilidade e interrupções por causa.</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r h="600075">
                <a:tc>
                  <a:txBody>
                    <a:bodyPr wrap="square">
                      <a:noAutofit/>
                    </a:bodyPr>
                    <a:lstStyle/>
                    <a:p>
                      <a:pPr>
                        <a:lnSpc>
                          <a:spcPct val="106000"/>
                        </a:lnSpc>
                        <a:buNone/>
                      </a:pPr>
                      <a:r>
                        <a:rPr sz="2025" b="0">
                          <a:solidFill>
                            <a:srgbClr val="111111"/>
                          </a:solidFill>
                          <a:latin typeface="Arial"/>
                          <a:ea typeface="Arial"/>
                          <a:cs typeface="Arial"/>
                        </a:rPr>
                        <a:t>Contas e registros</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2025" b="0">
                          <a:solidFill>
                            <a:srgbClr val="111111"/>
                          </a:solidFill>
                          <a:latin typeface="Arial"/>
                          <a:ea typeface="Arial"/>
                          <a:cs typeface="Arial"/>
                        </a:rPr>
                        <a:t>Revogação no prazo e campos preservados.</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r h="600075">
                <a:tc>
                  <a:txBody>
                    <a:bodyPr wrap="square">
                      <a:noAutofit/>
                    </a:bodyPr>
                    <a:lstStyle/>
                    <a:p>
                      <a:pPr>
                        <a:lnSpc>
                          <a:spcPct val="106000"/>
                        </a:lnSpc>
                        <a:buNone/>
                      </a:pPr>
                      <a:r>
                        <a:rPr sz="2025" b="0">
                          <a:solidFill>
                            <a:srgbClr val="111111"/>
                          </a:solidFill>
                          <a:latin typeface="Arial"/>
                          <a:ea typeface="Arial"/>
                          <a:cs typeface="Arial"/>
                        </a:rPr>
                        <a:t>Atendimento e usuários</a:t>
                      </a:r>
                    </a:p>
                  </a:txBody>
                  <a:tcPr marL="114300" marR="114300" marT="66675" marB="66675" anchor="ctr">
                    <a:lnL w="6191">
                      <a:solidFill>
                        <a:srgbClr val="A7A7A7"/>
                      </a:solidFill>
                      <a:prstDash val="solid"/>
                    </a:lnL>
                    <a:lnR w="6191">
                      <a:solidFill>
                        <a:srgbClr val="A7A7A7"/>
                      </a:solidFill>
                      <a:prstDash val="solid"/>
                    </a:lnR>
                    <a:lnB w="6191">
                      <a:solidFill>
                        <a:srgbClr val="A7A7A7"/>
                      </a:solidFill>
                      <a:prstDash val="solid"/>
                    </a:lnB>
                    <a:solidFill>
                      <a:srgbClr val="FFFFFF"/>
                    </a:solidFill>
                  </a:tcPr>
                </a:tc>
                <a:tc>
                  <a:txBody>
                    <a:bodyPr wrap="square">
                      <a:noAutofit/>
                    </a:bodyPr>
                    <a:lstStyle/>
                    <a:p>
                      <a:pPr>
                        <a:lnSpc>
                          <a:spcPct val="106000"/>
                        </a:lnSpc>
                        <a:buNone/>
                      </a:pPr>
                      <a:r>
                        <a:rPr sz="2025" b="0">
                          <a:solidFill>
                            <a:srgbClr val="111111"/>
                          </a:solidFill>
                          <a:latin typeface="Arial"/>
                          <a:ea typeface="Arial"/>
                          <a:cs typeface="Arial"/>
                        </a:rPr>
                        <a:t>Recuperação, horas de suporte e percepção.</a:t>
                      </a:r>
                    </a:p>
                  </a:txBody>
                  <a:tcPr marL="114300" marR="114300" marT="66675" marB="66675" anchor="ctr">
                    <a:lnR w="6191">
                      <a:solidFill>
                        <a:srgbClr val="A7A7A7"/>
                      </a:solidFill>
                      <a:prstDash val="solid"/>
                    </a:lnR>
                    <a:lnB w="6191">
                      <a:solidFill>
                        <a:srgbClr val="A7A7A7"/>
                      </a:solidFill>
                      <a:prstDash val="solid"/>
                    </a:lnB>
                    <a:solidFill>
                      <a:srgbClr val="FFFFFF"/>
                    </a:solidFill>
                  </a:tcPr>
                </a:tc>
              </a:tr>
            </a:tbl>
          </a:graphicData>
        </a:graphic>
      </p:graphicFrame>
      <p:sp>
        <p:nvSpPr>
          <p:cNvPr id="8" name="evaluation">
            <a:extLst xmlns:a="http://schemas.openxmlformats.org/drawingml/2006/main">
              <a:ext uri="{FF2B5EF4-FFF2-40B4-BE49-F238E27FC236}">
                <a16:creationId xmlns:a16="http://schemas.microsoft.com/office/drawing/2014/main" id="{1FA85C10-595A-4BBF-BDF6-31CE2CB27975}"/>
              </a:ext>
            </a:extLst>
          </p:cNvPr>
          <p:cNvSpPr>
            <a:spLocks xmlns:a="http://schemas.openxmlformats.org/drawingml/2006/main" noGrp="1"/>
          </p:cNvSpPr>
          <p:nvPr/>
        </p:nvSpPr>
        <p:spPr>
          <a:xfrm xmlns:a="http://schemas.openxmlformats.org/drawingml/2006/main">
            <a:off x="685800" y="58483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11111"/>
                </a:solidFill>
                <a:latin typeface="Arial"/>
                <a:ea typeface="Arial"/>
                <a:cs typeface="Arial"/>
              </a:defRPr>
            </a:defPPr>
            <a:lvl1pPr algn="l">
              <a:defRPr sz="1800" b="0">
                <a:solidFill>
                  <a:srgbClr val="111111"/>
                </a:solidFill>
                <a:latin typeface="Arial"/>
                <a:ea typeface="Arial"/>
                <a:cs typeface="Arial"/>
              </a:defRPr>
            </a:lvl1pPr>
            <a:lvl2pPr algn="l">
              <a:defRPr sz="1800" b="0">
                <a:solidFill>
                  <a:srgbClr val="111111"/>
                </a:solidFill>
                <a:latin typeface="Arial"/>
                <a:ea typeface="Arial"/>
                <a:cs typeface="Arial"/>
              </a:defRPr>
            </a:lvl2pPr>
            <a:lvl3pPr algn="l">
              <a:defRPr sz="1800" b="0">
                <a:solidFill>
                  <a:srgbClr val="111111"/>
                </a:solidFill>
                <a:latin typeface="Arial"/>
                <a:ea typeface="Arial"/>
                <a:cs typeface="Arial"/>
              </a:defRPr>
            </a:lvl3pPr>
            <a:lvl4pPr algn="l">
              <a:defRPr sz="1800" b="0">
                <a:solidFill>
                  <a:srgbClr val="111111"/>
                </a:solidFill>
                <a:latin typeface="Arial"/>
                <a:ea typeface="Arial"/>
                <a:cs typeface="Arial"/>
              </a:defRPr>
            </a:lvl4pPr>
            <a:lvl5pPr algn="l">
              <a:defRPr sz="1800" b="0">
                <a:solidFill>
                  <a:srgbClr val="111111"/>
                </a:solidFill>
                <a:latin typeface="Arial"/>
                <a:ea typeface="Arial"/>
                <a:cs typeface="Arial"/>
              </a:defRPr>
            </a:lvl5pPr>
            <a:lvl6pPr algn="l">
              <a:defRPr sz="1800" b="0">
                <a:solidFill>
                  <a:srgbClr val="111111"/>
                </a:solidFill>
                <a:latin typeface="Arial"/>
                <a:ea typeface="Arial"/>
                <a:cs typeface="Arial"/>
              </a:defRPr>
            </a:lvl6pPr>
            <a:lvl7pPr algn="l">
              <a:defRPr sz="1800" b="0">
                <a:solidFill>
                  <a:srgbClr val="111111"/>
                </a:solidFill>
                <a:latin typeface="Arial"/>
                <a:ea typeface="Arial"/>
                <a:cs typeface="Arial"/>
              </a:defRPr>
            </a:lvl7pPr>
            <a:lvl8pPr algn="l">
              <a:defRPr sz="1800" b="0">
                <a:solidFill>
                  <a:srgbClr val="111111"/>
                </a:solidFill>
                <a:latin typeface="Arial"/>
                <a:ea typeface="Arial"/>
                <a:cs typeface="Arial"/>
              </a:defRPr>
            </a:lvl8pPr>
            <a:lvl9pPr algn="l">
              <a:defRPr sz="1800" b="0">
                <a:solidFill>
                  <a:srgbClr val="111111"/>
                </a:solidFill>
                <a:latin typeface="Arial"/>
                <a:ea typeface="Arial"/>
                <a:cs typeface="Arial"/>
              </a:defRPr>
            </a:lvl9pPr>
          </a:lstStyle>
          <a:p xmlns:a="http://schemas.openxmlformats.org/drawingml/2006/main">
            <a:pPr algn="l">
              <a:lnSpc>
                <a:spcPct val="113000"/>
              </a:lnSpc>
              <a:buNone/>
              <a:defRPr sz="1800" b="0">
                <a:solidFill>
                  <a:srgbClr val="111111"/>
                </a:solidFill>
                <a:latin typeface="Arial"/>
                <a:ea typeface="Arial"/>
                <a:cs typeface="Arial"/>
              </a:defRPr>
            </a:pPr>
            <a:r>
              <a:rPr sz="1800" b="0">
                <a:solidFill>
                  <a:srgbClr val="111111"/>
                </a:solidFill>
                <a:latin typeface="Arial"/>
                <a:ea typeface="Arial"/>
                <a:cs typeface="Arial"/>
              </a:rPr>
              <a:t>Metas e linha de base comparável devem anteceder a avaliação do piloto.</a:t>
            </a:r>
          </a:p>
        </p:txBody>
      </p:sp>
      <p:sp>
        <p:nvSpPr>
          <p:cNvPr id="9" name="source">
            <a:extLst xmlns:a="http://schemas.openxmlformats.org/drawingml/2006/main">
              <a:ext uri="{FF2B5EF4-FFF2-40B4-BE49-F238E27FC236}">
                <a16:creationId xmlns:a16="http://schemas.microsoft.com/office/drawing/2014/main" id="{C911B29B-8258-4878-ABB0-0DF6E8DB2219}"/>
              </a:ext>
            </a:extLst>
          </p:cNvPr>
          <p:cNvSpPr>
            <a:spLocks xmlns:a="http://schemas.openxmlformats.org/drawingml/2006/main" noGrp="1"/>
          </p:cNvSpPr>
          <p:nvPr/>
        </p:nvSpPr>
        <p:spPr>
          <a:xfrm xmlns:a="http://schemas.openxmlformats.org/drawingml/2006/main">
            <a:off x="685800" y="6200775"/>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464646"/>
                </a:solidFill>
                <a:latin typeface="Arial"/>
                <a:ea typeface="Arial"/>
                <a:cs typeface="Arial"/>
              </a:defRPr>
            </a:defPPr>
            <a:lvl1pPr algn="l">
              <a:defRPr sz="1500" b="0">
                <a:solidFill>
                  <a:srgbClr val="464646"/>
                </a:solidFill>
                <a:latin typeface="Arial"/>
                <a:ea typeface="Arial"/>
                <a:cs typeface="Arial"/>
              </a:defRPr>
            </a:lvl1pPr>
            <a:lvl2pPr algn="l">
              <a:defRPr sz="1500" b="0">
                <a:solidFill>
                  <a:srgbClr val="464646"/>
                </a:solidFill>
                <a:latin typeface="Arial"/>
                <a:ea typeface="Arial"/>
                <a:cs typeface="Arial"/>
              </a:defRPr>
            </a:lvl2pPr>
            <a:lvl3pPr algn="l">
              <a:defRPr sz="1500" b="0">
                <a:solidFill>
                  <a:srgbClr val="464646"/>
                </a:solidFill>
                <a:latin typeface="Arial"/>
                <a:ea typeface="Arial"/>
                <a:cs typeface="Arial"/>
              </a:defRPr>
            </a:lvl3pPr>
            <a:lvl4pPr algn="l">
              <a:defRPr sz="1500" b="0">
                <a:solidFill>
                  <a:srgbClr val="464646"/>
                </a:solidFill>
                <a:latin typeface="Arial"/>
                <a:ea typeface="Arial"/>
                <a:cs typeface="Arial"/>
              </a:defRPr>
            </a:lvl4pPr>
            <a:lvl5pPr algn="l">
              <a:defRPr sz="1500" b="0">
                <a:solidFill>
                  <a:srgbClr val="464646"/>
                </a:solidFill>
                <a:latin typeface="Arial"/>
                <a:ea typeface="Arial"/>
                <a:cs typeface="Arial"/>
              </a:defRPr>
            </a:lvl5pPr>
            <a:lvl6pPr algn="l">
              <a:defRPr sz="1500" b="0">
                <a:solidFill>
                  <a:srgbClr val="464646"/>
                </a:solidFill>
                <a:latin typeface="Arial"/>
                <a:ea typeface="Arial"/>
                <a:cs typeface="Arial"/>
              </a:defRPr>
            </a:lvl6pPr>
            <a:lvl7pPr algn="l">
              <a:defRPr sz="1500" b="0">
                <a:solidFill>
                  <a:srgbClr val="464646"/>
                </a:solidFill>
                <a:latin typeface="Arial"/>
                <a:ea typeface="Arial"/>
                <a:cs typeface="Arial"/>
              </a:defRPr>
            </a:lvl7pPr>
            <a:lvl8pPr algn="l">
              <a:defRPr sz="1500" b="0">
                <a:solidFill>
                  <a:srgbClr val="464646"/>
                </a:solidFill>
                <a:latin typeface="Arial"/>
                <a:ea typeface="Arial"/>
                <a:cs typeface="Arial"/>
              </a:defRPr>
            </a:lvl8pPr>
            <a:lvl9pPr algn="l">
              <a:defRPr sz="1500" b="0">
                <a:solidFill>
                  <a:srgbClr val="464646"/>
                </a:solidFill>
                <a:latin typeface="Arial"/>
                <a:ea typeface="Arial"/>
                <a:cs typeface="Arial"/>
              </a:defRPr>
            </a:lvl9pPr>
          </a:lstStyle>
          <a:p xmlns:a="http://schemas.openxmlformats.org/drawingml/2006/main">
            <a:pPr algn="l">
              <a:lnSpc>
                <a:spcPct val="105000"/>
              </a:lnSpc>
              <a:buNone/>
              <a:defRPr sz="1500" b="0">
                <a:solidFill>
                  <a:srgbClr val="464646"/>
                </a:solidFill>
                <a:latin typeface="Arial"/>
                <a:ea typeface="Arial"/>
                <a:cs typeface="Arial"/>
              </a:defRPr>
            </a:pPr>
            <a:r>
              <a:rPr sz="1500" b="0">
                <a:solidFill>
                  <a:srgbClr val="464646"/>
                </a:solidFill>
                <a:latin typeface="Arial"/>
                <a:ea typeface="Arial"/>
                <a:cs typeface="Arial"/>
              </a:rPr>
              <a:t>Fonte: elaboração própria. Os benefícios apresentados constituem expectativas para avaliação futura.</a:t>
            </a:r>
          </a:p>
        </p:txBody>
      </p:sp>
    </p:spTree>
    <p:extLst>
      <p:ext uri="{BB962C8B-B14F-4D97-AF65-F5344CB8AC3E}">
        <p14:creationId xmlns:p14="http://schemas.microsoft.com/office/powerpoint/2010/main" val="155037265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BC8E8BCF-1CA6-42F2-AC86-3ED4557F5304}"/>
              </a:ext>
            </a:extLst>
          </p:cNvPr>
          <p:cNvSpPr>
            <a:spLocks xmlns:a="http://schemas.openxmlformats.org/drawingml/2006/main" noGrp="1"/>
          </p:cNvSpPr>
          <p:nvPr/>
        </p:nvSpPr>
        <p:spPr>
          <a:xfrm xmlns:a="http://schemas.openxmlformats.org/drawingml/2006/main">
            <a:off x="685800" y="41910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11111"/>
                </a:solidFill>
                <a:latin typeface="Arial"/>
                <a:ea typeface="Arial"/>
                <a:cs typeface="Arial"/>
              </a:defRPr>
            </a:defPPr>
            <a:lvl1pPr algn="l">
              <a:defRPr sz="3300" b="1">
                <a:solidFill>
                  <a:srgbClr val="111111"/>
                </a:solidFill>
                <a:latin typeface="Arial"/>
                <a:ea typeface="Arial"/>
                <a:cs typeface="Arial"/>
              </a:defRPr>
            </a:lvl1pPr>
            <a:lvl2pPr algn="l">
              <a:defRPr sz="3300" b="1">
                <a:solidFill>
                  <a:srgbClr val="111111"/>
                </a:solidFill>
                <a:latin typeface="Arial"/>
                <a:ea typeface="Arial"/>
                <a:cs typeface="Arial"/>
              </a:defRPr>
            </a:lvl2pPr>
            <a:lvl3pPr algn="l">
              <a:defRPr sz="3300" b="1">
                <a:solidFill>
                  <a:srgbClr val="111111"/>
                </a:solidFill>
                <a:latin typeface="Arial"/>
                <a:ea typeface="Arial"/>
                <a:cs typeface="Arial"/>
              </a:defRPr>
            </a:lvl3pPr>
            <a:lvl4pPr algn="l">
              <a:defRPr sz="3300" b="1">
                <a:solidFill>
                  <a:srgbClr val="111111"/>
                </a:solidFill>
                <a:latin typeface="Arial"/>
                <a:ea typeface="Arial"/>
                <a:cs typeface="Arial"/>
              </a:defRPr>
            </a:lvl4pPr>
            <a:lvl5pPr algn="l">
              <a:defRPr sz="3300" b="1">
                <a:solidFill>
                  <a:srgbClr val="111111"/>
                </a:solidFill>
                <a:latin typeface="Arial"/>
                <a:ea typeface="Arial"/>
                <a:cs typeface="Arial"/>
              </a:defRPr>
            </a:lvl5pPr>
            <a:lvl6pPr algn="l">
              <a:defRPr sz="3300" b="1">
                <a:solidFill>
                  <a:srgbClr val="111111"/>
                </a:solidFill>
                <a:latin typeface="Arial"/>
                <a:ea typeface="Arial"/>
                <a:cs typeface="Arial"/>
              </a:defRPr>
            </a:lvl6pPr>
            <a:lvl7pPr algn="l">
              <a:defRPr sz="3300" b="1">
                <a:solidFill>
                  <a:srgbClr val="111111"/>
                </a:solidFill>
                <a:latin typeface="Arial"/>
                <a:ea typeface="Arial"/>
                <a:cs typeface="Arial"/>
              </a:defRPr>
            </a:lvl7pPr>
            <a:lvl8pPr algn="l">
              <a:defRPr sz="3300" b="1">
                <a:solidFill>
                  <a:srgbClr val="111111"/>
                </a:solidFill>
                <a:latin typeface="Arial"/>
                <a:ea typeface="Arial"/>
                <a:cs typeface="Arial"/>
              </a:defRPr>
            </a:lvl8pPr>
            <a:lvl9pPr algn="l">
              <a:defRPr sz="3300" b="1">
                <a:solidFill>
                  <a:srgbClr val="111111"/>
                </a:solidFill>
                <a:latin typeface="Arial"/>
                <a:ea typeface="Arial"/>
                <a:cs typeface="Arial"/>
              </a:defRPr>
            </a:lvl9pPr>
          </a:lstStyle>
          <a:p xmlns:a="http://schemas.openxmlformats.org/drawingml/2006/main">
            <a:pPr algn="l">
              <a:lnSpc>
                <a:spcPct val="113000"/>
              </a:lnSpc>
              <a:buNone/>
              <a:defRPr sz="3300" b="1">
                <a:solidFill>
                  <a:srgbClr val="111111"/>
                </a:solidFill>
                <a:latin typeface="Arial"/>
                <a:ea typeface="Arial"/>
                <a:cs typeface="Arial"/>
              </a:defRPr>
            </a:pPr>
            <a:r>
              <a:rPr sz="3300" b="1">
                <a:solidFill>
                  <a:srgbClr val="111111"/>
                </a:solidFill>
                <a:latin typeface="Arial"/>
                <a:ea typeface="Arial"/>
                <a:cs typeface="Arial"/>
              </a:rPr>
              <a:t>13 CONSIDERAÇÕES FINAIS</a:t>
            </a:r>
          </a:p>
        </p:txBody>
      </p:sp>
      <p:sp>
        <p:nvSpPr>
          <p:cNvPr id="2" name="heading-rule">
            <a:extLst xmlns:a="http://schemas.openxmlformats.org/drawingml/2006/main">
              <a:ext uri="{FF2B5EF4-FFF2-40B4-BE49-F238E27FC236}">
                <a16:creationId xmlns:a16="http://schemas.microsoft.com/office/drawing/2014/main" id="{43333872-9BC6-4291-BB22-B59B8C2820CD}"/>
              </a:ext>
            </a:extLst>
          </p:cNvPr>
          <p:cNvSpPr>
            <a:spLocks xmlns:a="http://schemas.openxmlformats.org/drawingml/2006/main" noGrp="1"/>
          </p:cNvSpPr>
          <p:nvPr/>
        </p:nvSpPr>
        <p:spPr>
          <a:xfrm xmlns:a="http://schemas.openxmlformats.org/drawingml/2006/main">
            <a:off x="685800" y="1171575"/>
            <a:ext cx="10820400" cy="0"/>
          </a:xfrm>
          <a:prstGeom xmlns:a="http://schemas.openxmlformats.org/drawingml/2006/main" prst="line">
            <a:avLst/>
          </a:prstGeom>
          <a:noFill xmlns:a="http://schemas.openxmlformats.org/drawingml/2006/main"/>
          <a:ln xmlns:a="http://schemas.openxmlformats.org/drawingml/2006/main" w="11430">
            <a:solidFill>
              <a:srgbClr val="AD1115"/>
            </a:solidFill>
            <a:prstDash val="solid"/>
          </a:ln>
        </p:spPr>
      </p:sp>
      <p:sp>
        <p:nvSpPr>
          <p:cNvPr id="3" name="institution-footer">
            <a:extLst xmlns:a="http://schemas.openxmlformats.org/drawingml/2006/main">
              <a:ext uri="{FF2B5EF4-FFF2-40B4-BE49-F238E27FC236}">
                <a16:creationId xmlns:a16="http://schemas.microsoft.com/office/drawing/2014/main" id="{C1E8E4BB-985F-4493-92C6-A4B48E47F1D4}"/>
              </a:ext>
            </a:extLst>
          </p:cNvPr>
          <p:cNvSpPr>
            <a:spLocks xmlns:a="http://schemas.openxmlformats.org/drawingml/2006/main" noGrp="1"/>
          </p:cNvSpPr>
          <p:nvPr/>
        </p:nvSpPr>
        <p:spPr>
          <a:xfrm xmlns:a="http://schemas.openxmlformats.org/drawingml/2006/main">
            <a:off x="685800" y="654367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64646"/>
                </a:solidFill>
                <a:latin typeface="Arial"/>
                <a:ea typeface="Arial"/>
                <a:cs typeface="Arial"/>
              </a:defRPr>
            </a:defPPr>
            <a:lvl1pPr algn="l">
              <a:defRPr sz="1350" b="0">
                <a:solidFill>
                  <a:srgbClr val="464646"/>
                </a:solidFill>
                <a:latin typeface="Arial"/>
                <a:ea typeface="Arial"/>
                <a:cs typeface="Arial"/>
              </a:defRPr>
            </a:lvl1pPr>
            <a:lvl2pPr algn="l">
              <a:defRPr sz="1350" b="0">
                <a:solidFill>
                  <a:srgbClr val="464646"/>
                </a:solidFill>
                <a:latin typeface="Arial"/>
                <a:ea typeface="Arial"/>
                <a:cs typeface="Arial"/>
              </a:defRPr>
            </a:lvl2pPr>
            <a:lvl3pPr algn="l">
              <a:defRPr sz="1350" b="0">
                <a:solidFill>
                  <a:srgbClr val="464646"/>
                </a:solidFill>
                <a:latin typeface="Arial"/>
                <a:ea typeface="Arial"/>
                <a:cs typeface="Arial"/>
              </a:defRPr>
            </a:lvl3pPr>
            <a:lvl4pPr algn="l">
              <a:defRPr sz="1350" b="0">
                <a:solidFill>
                  <a:srgbClr val="464646"/>
                </a:solidFill>
                <a:latin typeface="Arial"/>
                <a:ea typeface="Arial"/>
                <a:cs typeface="Arial"/>
              </a:defRPr>
            </a:lvl4pPr>
            <a:lvl5pPr algn="l">
              <a:defRPr sz="1350" b="0">
                <a:solidFill>
                  <a:srgbClr val="464646"/>
                </a:solidFill>
                <a:latin typeface="Arial"/>
                <a:ea typeface="Arial"/>
                <a:cs typeface="Arial"/>
              </a:defRPr>
            </a:lvl5pPr>
            <a:lvl6pPr algn="l">
              <a:defRPr sz="1350" b="0">
                <a:solidFill>
                  <a:srgbClr val="464646"/>
                </a:solidFill>
                <a:latin typeface="Arial"/>
                <a:ea typeface="Arial"/>
                <a:cs typeface="Arial"/>
              </a:defRPr>
            </a:lvl6pPr>
            <a:lvl7pPr algn="l">
              <a:defRPr sz="1350" b="0">
                <a:solidFill>
                  <a:srgbClr val="464646"/>
                </a:solidFill>
                <a:latin typeface="Arial"/>
                <a:ea typeface="Arial"/>
                <a:cs typeface="Arial"/>
              </a:defRPr>
            </a:lvl7pPr>
            <a:lvl8pPr algn="l">
              <a:defRPr sz="1350" b="0">
                <a:solidFill>
                  <a:srgbClr val="464646"/>
                </a:solidFill>
                <a:latin typeface="Arial"/>
                <a:ea typeface="Arial"/>
                <a:cs typeface="Arial"/>
              </a:defRPr>
            </a:lvl8pPr>
            <a:lvl9pPr algn="l">
              <a:defRPr sz="1350" b="0">
                <a:solidFill>
                  <a:srgbClr val="464646"/>
                </a:solidFill>
                <a:latin typeface="Arial"/>
                <a:ea typeface="Arial"/>
                <a:cs typeface="Arial"/>
              </a:defRPr>
            </a:lvl9pPr>
          </a:lstStyle>
          <a:p xmlns:a="http://schemas.openxmlformats.org/drawingml/2006/main">
            <a:pPr algn="l">
              <a:lnSpc>
                <a:spcPct val="113000"/>
              </a:lnSpc>
              <a:buNone/>
              <a:defRPr sz="1350" b="0">
                <a:solidFill>
                  <a:srgbClr val="464646"/>
                </a:solidFill>
                <a:latin typeface="Arial"/>
                <a:ea typeface="Arial"/>
                <a:cs typeface="Arial"/>
              </a:defRPr>
            </a:pPr>
            <a:r>
              <a:rPr sz="1350" b="0">
                <a:solidFill>
                  <a:srgbClr val="464646"/>
                </a:solidFill>
                <a:latin typeface="Arial"/>
                <a:ea typeface="Arial"/>
                <a:cs typeface="Arial"/>
              </a:rPr>
              <a:t>Fatec Barueri, Trabalho de Graduação I</a:t>
            </a:r>
          </a:p>
        </p:txBody>
      </p:sp>
      <p:sp>
        <p:nvSpPr>
          <p:cNvPr id="4" name="slide-number">
            <a:extLst xmlns:a="http://schemas.openxmlformats.org/drawingml/2006/main">
              <a:ext uri="{FF2B5EF4-FFF2-40B4-BE49-F238E27FC236}">
                <a16:creationId xmlns:a16="http://schemas.microsoft.com/office/drawing/2014/main" id="{77A76362-69E8-4622-9B53-DFBB507A126C}"/>
              </a:ext>
            </a:extLst>
          </p:cNvPr>
          <p:cNvSpPr>
            <a:spLocks xmlns:a="http://schemas.openxmlformats.org/drawingml/2006/main" noGrp="1"/>
          </p:cNvSpPr>
          <p:nvPr/>
        </p:nvSpPr>
        <p:spPr>
          <a:xfrm xmlns:a="http://schemas.openxmlformats.org/drawingml/2006/main">
            <a:off x="11049000" y="65151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464646"/>
                </a:solidFill>
                <a:latin typeface="Arial"/>
                <a:ea typeface="Arial"/>
                <a:cs typeface="Arial"/>
              </a:defRPr>
            </a:defPPr>
            <a:lvl1pPr algn="r">
              <a:defRPr sz="1500" b="0">
                <a:solidFill>
                  <a:srgbClr val="464646"/>
                </a:solidFill>
                <a:latin typeface="Arial"/>
                <a:ea typeface="Arial"/>
                <a:cs typeface="Arial"/>
              </a:defRPr>
            </a:lvl1pPr>
            <a:lvl2pPr algn="r">
              <a:defRPr sz="1500" b="0">
                <a:solidFill>
                  <a:srgbClr val="464646"/>
                </a:solidFill>
                <a:latin typeface="Arial"/>
                <a:ea typeface="Arial"/>
                <a:cs typeface="Arial"/>
              </a:defRPr>
            </a:lvl2pPr>
            <a:lvl3pPr algn="r">
              <a:defRPr sz="1500" b="0">
                <a:solidFill>
                  <a:srgbClr val="464646"/>
                </a:solidFill>
                <a:latin typeface="Arial"/>
                <a:ea typeface="Arial"/>
                <a:cs typeface="Arial"/>
              </a:defRPr>
            </a:lvl3pPr>
            <a:lvl4pPr algn="r">
              <a:defRPr sz="1500" b="0">
                <a:solidFill>
                  <a:srgbClr val="464646"/>
                </a:solidFill>
                <a:latin typeface="Arial"/>
                <a:ea typeface="Arial"/>
                <a:cs typeface="Arial"/>
              </a:defRPr>
            </a:lvl4pPr>
            <a:lvl5pPr algn="r">
              <a:defRPr sz="1500" b="0">
                <a:solidFill>
                  <a:srgbClr val="464646"/>
                </a:solidFill>
                <a:latin typeface="Arial"/>
                <a:ea typeface="Arial"/>
                <a:cs typeface="Arial"/>
              </a:defRPr>
            </a:lvl5pPr>
            <a:lvl6pPr algn="r">
              <a:defRPr sz="1500" b="0">
                <a:solidFill>
                  <a:srgbClr val="464646"/>
                </a:solidFill>
                <a:latin typeface="Arial"/>
                <a:ea typeface="Arial"/>
                <a:cs typeface="Arial"/>
              </a:defRPr>
            </a:lvl6pPr>
            <a:lvl7pPr algn="r">
              <a:defRPr sz="1500" b="0">
                <a:solidFill>
                  <a:srgbClr val="464646"/>
                </a:solidFill>
                <a:latin typeface="Arial"/>
                <a:ea typeface="Arial"/>
                <a:cs typeface="Arial"/>
              </a:defRPr>
            </a:lvl7pPr>
            <a:lvl8pPr algn="r">
              <a:defRPr sz="1500" b="0">
                <a:solidFill>
                  <a:srgbClr val="464646"/>
                </a:solidFill>
                <a:latin typeface="Arial"/>
                <a:ea typeface="Arial"/>
                <a:cs typeface="Arial"/>
              </a:defRPr>
            </a:lvl8pPr>
            <a:lvl9pPr algn="r">
              <a:defRPr sz="1500" b="0">
                <a:solidFill>
                  <a:srgbClr val="464646"/>
                </a:solidFill>
                <a:latin typeface="Arial"/>
                <a:ea typeface="Arial"/>
                <a:cs typeface="Arial"/>
              </a:defRPr>
            </a:lvl9pPr>
          </a:lstStyle>
          <a:p xmlns:a="http://schemas.openxmlformats.org/drawingml/2006/main">
            <a:pPr algn="r">
              <a:lnSpc>
                <a:spcPct val="113000"/>
              </a:lnSpc>
              <a:buNone/>
              <a:defRPr sz="1500" b="0">
                <a:solidFill>
                  <a:srgbClr val="464646"/>
                </a:solidFill>
                <a:latin typeface="Arial"/>
                <a:ea typeface="Arial"/>
                <a:cs typeface="Arial"/>
              </a:defRPr>
            </a:pPr>
            <a:r>
              <a:rPr sz="1500" b="0">
                <a:solidFill>
                  <a:srgbClr val="464646"/>
                </a:solidFill>
                <a:latin typeface="Arial"/>
                <a:ea typeface="Arial"/>
                <a:cs typeface="Arial"/>
              </a:rPr>
              <a:t>14</a:t>
            </a:r>
          </a:p>
        </p:txBody>
      </p:sp>
      <p:sp>
        <p:nvSpPr>
          <p:cNvPr id="5" name="contribution-heading">
            <a:extLst xmlns:a="http://schemas.openxmlformats.org/drawingml/2006/main">
              <a:ext uri="{FF2B5EF4-FFF2-40B4-BE49-F238E27FC236}">
                <a16:creationId xmlns:a16="http://schemas.microsoft.com/office/drawing/2014/main" id="{3A16E183-5010-4B99-95B2-37488159FFD8}"/>
              </a:ext>
            </a:extLst>
          </p:cNvPr>
          <p:cNvSpPr>
            <a:spLocks xmlns:a="http://schemas.openxmlformats.org/drawingml/2006/main" noGrp="1"/>
          </p:cNvSpPr>
          <p:nvPr/>
        </p:nvSpPr>
        <p:spPr>
          <a:xfrm xmlns:a="http://schemas.openxmlformats.org/drawingml/2006/main">
            <a:off x="685800" y="149542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11111"/>
                </a:solidFill>
                <a:latin typeface="Arial"/>
                <a:ea typeface="Arial"/>
                <a:cs typeface="Arial"/>
              </a:defRPr>
            </a:defPPr>
            <a:lvl1pPr algn="l">
              <a:defRPr sz="2250" b="1">
                <a:solidFill>
                  <a:srgbClr val="111111"/>
                </a:solidFill>
                <a:latin typeface="Arial"/>
                <a:ea typeface="Arial"/>
                <a:cs typeface="Arial"/>
              </a:defRPr>
            </a:lvl1pPr>
            <a:lvl2pPr algn="l">
              <a:defRPr sz="2250" b="1">
                <a:solidFill>
                  <a:srgbClr val="111111"/>
                </a:solidFill>
                <a:latin typeface="Arial"/>
                <a:ea typeface="Arial"/>
                <a:cs typeface="Arial"/>
              </a:defRPr>
            </a:lvl2pPr>
            <a:lvl3pPr algn="l">
              <a:defRPr sz="2250" b="1">
                <a:solidFill>
                  <a:srgbClr val="111111"/>
                </a:solidFill>
                <a:latin typeface="Arial"/>
                <a:ea typeface="Arial"/>
                <a:cs typeface="Arial"/>
              </a:defRPr>
            </a:lvl3pPr>
            <a:lvl4pPr algn="l">
              <a:defRPr sz="2250" b="1">
                <a:solidFill>
                  <a:srgbClr val="111111"/>
                </a:solidFill>
                <a:latin typeface="Arial"/>
                <a:ea typeface="Arial"/>
                <a:cs typeface="Arial"/>
              </a:defRPr>
            </a:lvl4pPr>
            <a:lvl5pPr algn="l">
              <a:defRPr sz="2250" b="1">
                <a:solidFill>
                  <a:srgbClr val="111111"/>
                </a:solidFill>
                <a:latin typeface="Arial"/>
                <a:ea typeface="Arial"/>
                <a:cs typeface="Arial"/>
              </a:defRPr>
            </a:lvl5pPr>
            <a:lvl6pPr algn="l">
              <a:defRPr sz="2250" b="1">
                <a:solidFill>
                  <a:srgbClr val="111111"/>
                </a:solidFill>
                <a:latin typeface="Arial"/>
                <a:ea typeface="Arial"/>
                <a:cs typeface="Arial"/>
              </a:defRPr>
            </a:lvl6pPr>
            <a:lvl7pPr algn="l">
              <a:defRPr sz="2250" b="1">
                <a:solidFill>
                  <a:srgbClr val="111111"/>
                </a:solidFill>
                <a:latin typeface="Arial"/>
                <a:ea typeface="Arial"/>
                <a:cs typeface="Arial"/>
              </a:defRPr>
            </a:lvl7pPr>
            <a:lvl8pPr algn="l">
              <a:defRPr sz="2250" b="1">
                <a:solidFill>
                  <a:srgbClr val="111111"/>
                </a:solidFill>
                <a:latin typeface="Arial"/>
                <a:ea typeface="Arial"/>
                <a:cs typeface="Arial"/>
              </a:defRPr>
            </a:lvl8pPr>
            <a:lvl9pPr algn="l">
              <a:defRPr sz="2250" b="1">
                <a:solidFill>
                  <a:srgbClr val="111111"/>
                </a:solidFill>
                <a:latin typeface="Arial"/>
                <a:ea typeface="Arial"/>
                <a:cs typeface="Arial"/>
              </a:defRPr>
            </a:lvl9pPr>
          </a:lstStyle>
          <a:p xmlns:a="http://schemas.openxmlformats.org/drawingml/2006/main">
            <a:pPr algn="l">
              <a:lnSpc>
                <a:spcPct val="113000"/>
              </a:lnSpc>
              <a:buNone/>
              <a:defRPr sz="2250" b="1">
                <a:solidFill>
                  <a:srgbClr val="111111"/>
                </a:solidFill>
                <a:latin typeface="Arial"/>
                <a:ea typeface="Arial"/>
                <a:cs typeface="Arial"/>
              </a:defRPr>
            </a:pPr>
            <a:r>
              <a:rPr sz="2250" b="1">
                <a:solidFill>
                  <a:srgbClr val="111111"/>
                </a:solidFill>
                <a:latin typeface="Arial"/>
                <a:ea typeface="Arial"/>
                <a:cs typeface="Arial"/>
              </a:rPr>
              <a:t>Contribuição do projeto</a:t>
            </a:r>
          </a:p>
        </p:txBody>
      </p:sp>
      <p:sp>
        <p:nvSpPr>
          <p:cNvPr id="6" name="contribution">
            <a:extLst xmlns:a="http://schemas.openxmlformats.org/drawingml/2006/main">
              <a:ext uri="{FF2B5EF4-FFF2-40B4-BE49-F238E27FC236}">
                <a16:creationId xmlns:a16="http://schemas.microsoft.com/office/drawing/2014/main" id="{1D996781-4E04-4996-B201-7695D2429FDD}"/>
              </a:ext>
            </a:extLst>
          </p:cNvPr>
          <p:cNvSpPr>
            <a:spLocks xmlns:a="http://schemas.openxmlformats.org/drawingml/2006/main" noGrp="1"/>
          </p:cNvSpPr>
          <p:nvPr/>
        </p:nvSpPr>
        <p:spPr>
          <a:xfrm xmlns:a="http://schemas.openxmlformats.org/drawingml/2006/main">
            <a:off x="685800" y="2038350"/>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111111"/>
                </a:solidFill>
                <a:latin typeface="Arial"/>
                <a:ea typeface="Arial"/>
                <a:cs typeface="Arial"/>
              </a:defRPr>
            </a:defPPr>
            <a:lvl1pPr algn="l">
              <a:defRPr sz="2400" b="0">
                <a:solidFill>
                  <a:srgbClr val="111111"/>
                </a:solidFill>
                <a:latin typeface="Arial"/>
                <a:ea typeface="Arial"/>
                <a:cs typeface="Arial"/>
              </a:defRPr>
            </a:lvl1pPr>
            <a:lvl2pPr algn="l">
              <a:defRPr sz="2400" b="0">
                <a:solidFill>
                  <a:srgbClr val="111111"/>
                </a:solidFill>
                <a:latin typeface="Arial"/>
                <a:ea typeface="Arial"/>
                <a:cs typeface="Arial"/>
              </a:defRPr>
            </a:lvl2pPr>
            <a:lvl3pPr algn="l">
              <a:defRPr sz="2400" b="0">
                <a:solidFill>
                  <a:srgbClr val="111111"/>
                </a:solidFill>
                <a:latin typeface="Arial"/>
                <a:ea typeface="Arial"/>
                <a:cs typeface="Arial"/>
              </a:defRPr>
            </a:lvl3pPr>
            <a:lvl4pPr algn="l">
              <a:defRPr sz="2400" b="0">
                <a:solidFill>
                  <a:srgbClr val="111111"/>
                </a:solidFill>
                <a:latin typeface="Arial"/>
                <a:ea typeface="Arial"/>
                <a:cs typeface="Arial"/>
              </a:defRPr>
            </a:lvl4pPr>
            <a:lvl5pPr algn="l">
              <a:defRPr sz="2400" b="0">
                <a:solidFill>
                  <a:srgbClr val="111111"/>
                </a:solidFill>
                <a:latin typeface="Arial"/>
                <a:ea typeface="Arial"/>
                <a:cs typeface="Arial"/>
              </a:defRPr>
            </a:lvl5pPr>
            <a:lvl6pPr algn="l">
              <a:defRPr sz="2400" b="0">
                <a:solidFill>
                  <a:srgbClr val="111111"/>
                </a:solidFill>
                <a:latin typeface="Arial"/>
                <a:ea typeface="Arial"/>
                <a:cs typeface="Arial"/>
              </a:defRPr>
            </a:lvl6pPr>
            <a:lvl7pPr algn="l">
              <a:defRPr sz="2400" b="0">
                <a:solidFill>
                  <a:srgbClr val="111111"/>
                </a:solidFill>
                <a:latin typeface="Arial"/>
                <a:ea typeface="Arial"/>
                <a:cs typeface="Arial"/>
              </a:defRPr>
            </a:lvl7pPr>
            <a:lvl8pPr algn="l">
              <a:defRPr sz="2400" b="0">
                <a:solidFill>
                  <a:srgbClr val="111111"/>
                </a:solidFill>
                <a:latin typeface="Arial"/>
                <a:ea typeface="Arial"/>
                <a:cs typeface="Arial"/>
              </a:defRPr>
            </a:lvl8pPr>
            <a:lvl9pPr algn="l">
              <a:defRPr sz="2400" b="0">
                <a:solidFill>
                  <a:srgbClr val="111111"/>
                </a:solidFill>
                <a:latin typeface="Arial"/>
                <a:ea typeface="Arial"/>
                <a:cs typeface="Arial"/>
              </a:defRPr>
            </a:lvl9pPr>
          </a:lstStyle>
          <a:p xmlns:a="http://schemas.openxmlformats.org/drawingml/2006/main">
            <a:pPr algn="l">
              <a:lnSpc>
                <a:spcPct val="113000"/>
              </a:lnSpc>
              <a:buNone/>
              <a:defRPr sz="2400" b="0">
                <a:solidFill>
                  <a:srgbClr val="111111"/>
                </a:solidFill>
                <a:latin typeface="Arial"/>
                <a:ea typeface="Arial"/>
                <a:cs typeface="Arial"/>
              </a:defRPr>
            </a:pPr>
            <a:r>
              <a:rPr sz="2400" b="0">
                <a:solidFill>
                  <a:srgbClr val="111111"/>
                </a:solidFill>
                <a:latin typeface="Arial"/>
                <a:ea typeface="Arial"/>
                <a:cs typeface="Arial"/>
              </a:rPr>
              <a:t>O estudo organiza evidências e critérios de governança para apoiar a decisão institucional sobre a gestão de identidades e acessos.</a:t>
            </a:r>
          </a:p>
        </p:txBody>
      </p:sp>
      <p:sp>
        <p:nvSpPr>
          <p:cNvPr id="7" name="limits-heading">
            <a:extLst xmlns:a="http://schemas.openxmlformats.org/drawingml/2006/main">
              <a:ext uri="{FF2B5EF4-FFF2-40B4-BE49-F238E27FC236}">
                <a16:creationId xmlns:a16="http://schemas.microsoft.com/office/drawing/2014/main" id="{581F5796-CB88-45DF-ABC6-E541F8BB59F0}"/>
              </a:ext>
            </a:extLst>
          </p:cNvPr>
          <p:cNvSpPr>
            <a:spLocks xmlns:a="http://schemas.openxmlformats.org/drawingml/2006/main" noGrp="1"/>
          </p:cNvSpPr>
          <p:nvPr/>
        </p:nvSpPr>
        <p:spPr>
          <a:xfrm xmlns:a="http://schemas.openxmlformats.org/drawingml/2006/main">
            <a:off x="685800" y="31242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11111"/>
                </a:solidFill>
                <a:latin typeface="Arial"/>
                <a:ea typeface="Arial"/>
                <a:cs typeface="Arial"/>
              </a:defRPr>
            </a:defPPr>
            <a:lvl1pPr algn="l">
              <a:defRPr sz="2250" b="1">
                <a:solidFill>
                  <a:srgbClr val="111111"/>
                </a:solidFill>
                <a:latin typeface="Arial"/>
                <a:ea typeface="Arial"/>
                <a:cs typeface="Arial"/>
              </a:defRPr>
            </a:lvl1pPr>
            <a:lvl2pPr algn="l">
              <a:defRPr sz="2250" b="1">
                <a:solidFill>
                  <a:srgbClr val="111111"/>
                </a:solidFill>
                <a:latin typeface="Arial"/>
                <a:ea typeface="Arial"/>
                <a:cs typeface="Arial"/>
              </a:defRPr>
            </a:lvl2pPr>
            <a:lvl3pPr algn="l">
              <a:defRPr sz="2250" b="1">
                <a:solidFill>
                  <a:srgbClr val="111111"/>
                </a:solidFill>
                <a:latin typeface="Arial"/>
                <a:ea typeface="Arial"/>
                <a:cs typeface="Arial"/>
              </a:defRPr>
            </a:lvl3pPr>
            <a:lvl4pPr algn="l">
              <a:defRPr sz="2250" b="1">
                <a:solidFill>
                  <a:srgbClr val="111111"/>
                </a:solidFill>
                <a:latin typeface="Arial"/>
                <a:ea typeface="Arial"/>
                <a:cs typeface="Arial"/>
              </a:defRPr>
            </a:lvl4pPr>
            <a:lvl5pPr algn="l">
              <a:defRPr sz="2250" b="1">
                <a:solidFill>
                  <a:srgbClr val="111111"/>
                </a:solidFill>
                <a:latin typeface="Arial"/>
                <a:ea typeface="Arial"/>
                <a:cs typeface="Arial"/>
              </a:defRPr>
            </a:lvl5pPr>
            <a:lvl6pPr algn="l">
              <a:defRPr sz="2250" b="1">
                <a:solidFill>
                  <a:srgbClr val="111111"/>
                </a:solidFill>
                <a:latin typeface="Arial"/>
                <a:ea typeface="Arial"/>
                <a:cs typeface="Arial"/>
              </a:defRPr>
            </a:lvl6pPr>
            <a:lvl7pPr algn="l">
              <a:defRPr sz="2250" b="1">
                <a:solidFill>
                  <a:srgbClr val="111111"/>
                </a:solidFill>
                <a:latin typeface="Arial"/>
                <a:ea typeface="Arial"/>
                <a:cs typeface="Arial"/>
              </a:defRPr>
            </a:lvl7pPr>
            <a:lvl8pPr algn="l">
              <a:defRPr sz="2250" b="1">
                <a:solidFill>
                  <a:srgbClr val="111111"/>
                </a:solidFill>
                <a:latin typeface="Arial"/>
                <a:ea typeface="Arial"/>
                <a:cs typeface="Arial"/>
              </a:defRPr>
            </a:lvl8pPr>
            <a:lvl9pPr algn="l">
              <a:defRPr sz="2250" b="1">
                <a:solidFill>
                  <a:srgbClr val="111111"/>
                </a:solidFill>
                <a:latin typeface="Arial"/>
                <a:ea typeface="Arial"/>
                <a:cs typeface="Arial"/>
              </a:defRPr>
            </a:lvl9pPr>
          </a:lstStyle>
          <a:p xmlns:a="http://schemas.openxmlformats.org/drawingml/2006/main">
            <a:pPr algn="l">
              <a:lnSpc>
                <a:spcPct val="113000"/>
              </a:lnSpc>
              <a:buNone/>
              <a:defRPr sz="2250" b="1">
                <a:solidFill>
                  <a:srgbClr val="111111"/>
                </a:solidFill>
                <a:latin typeface="Arial"/>
                <a:ea typeface="Arial"/>
                <a:cs typeface="Arial"/>
              </a:defRPr>
            </a:pPr>
            <a:r>
              <a:rPr sz="2250" b="1">
                <a:solidFill>
                  <a:srgbClr val="111111"/>
                </a:solidFill>
                <a:latin typeface="Arial"/>
                <a:ea typeface="Arial"/>
                <a:cs typeface="Arial"/>
              </a:rPr>
              <a:t>Limitações da etapa atual</a:t>
            </a:r>
          </a:p>
        </p:txBody>
      </p:sp>
      <p:sp>
        <p:nvSpPr>
          <p:cNvPr id="8" name="limits">
            <a:extLst xmlns:a="http://schemas.openxmlformats.org/drawingml/2006/main">
              <a:ext uri="{FF2B5EF4-FFF2-40B4-BE49-F238E27FC236}">
                <a16:creationId xmlns:a16="http://schemas.microsoft.com/office/drawing/2014/main" id="{531BCE40-84CF-43C4-9AE1-BE3ED4828E46}"/>
              </a:ext>
            </a:extLst>
          </p:cNvPr>
          <p:cNvSpPr>
            <a:spLocks xmlns:a="http://schemas.openxmlformats.org/drawingml/2006/main" noGrp="1"/>
          </p:cNvSpPr>
          <p:nvPr/>
        </p:nvSpPr>
        <p:spPr>
          <a:xfrm xmlns:a="http://schemas.openxmlformats.org/drawingml/2006/main">
            <a:off x="685800" y="3667125"/>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11111"/>
                </a:solidFill>
                <a:latin typeface="Arial"/>
                <a:ea typeface="Arial"/>
                <a:cs typeface="Arial"/>
              </a:defRPr>
            </a:defPPr>
            <a:lvl1pPr algn="l">
              <a:defRPr sz="2250" b="0">
                <a:solidFill>
                  <a:srgbClr val="111111"/>
                </a:solidFill>
                <a:latin typeface="Arial"/>
                <a:ea typeface="Arial"/>
                <a:cs typeface="Arial"/>
              </a:defRPr>
            </a:lvl1pPr>
            <a:lvl2pPr algn="l">
              <a:defRPr sz="2250" b="0">
                <a:solidFill>
                  <a:srgbClr val="111111"/>
                </a:solidFill>
                <a:latin typeface="Arial"/>
                <a:ea typeface="Arial"/>
                <a:cs typeface="Arial"/>
              </a:defRPr>
            </a:lvl2pPr>
            <a:lvl3pPr algn="l">
              <a:defRPr sz="2250" b="0">
                <a:solidFill>
                  <a:srgbClr val="111111"/>
                </a:solidFill>
                <a:latin typeface="Arial"/>
                <a:ea typeface="Arial"/>
                <a:cs typeface="Arial"/>
              </a:defRPr>
            </a:lvl3pPr>
            <a:lvl4pPr algn="l">
              <a:defRPr sz="2250" b="0">
                <a:solidFill>
                  <a:srgbClr val="111111"/>
                </a:solidFill>
                <a:latin typeface="Arial"/>
                <a:ea typeface="Arial"/>
                <a:cs typeface="Arial"/>
              </a:defRPr>
            </a:lvl4pPr>
            <a:lvl5pPr algn="l">
              <a:defRPr sz="2250" b="0">
                <a:solidFill>
                  <a:srgbClr val="111111"/>
                </a:solidFill>
                <a:latin typeface="Arial"/>
                <a:ea typeface="Arial"/>
                <a:cs typeface="Arial"/>
              </a:defRPr>
            </a:lvl5pPr>
            <a:lvl6pPr algn="l">
              <a:defRPr sz="2250" b="0">
                <a:solidFill>
                  <a:srgbClr val="111111"/>
                </a:solidFill>
                <a:latin typeface="Arial"/>
                <a:ea typeface="Arial"/>
                <a:cs typeface="Arial"/>
              </a:defRPr>
            </a:lvl6pPr>
            <a:lvl7pPr algn="l">
              <a:defRPr sz="2250" b="0">
                <a:solidFill>
                  <a:srgbClr val="111111"/>
                </a:solidFill>
                <a:latin typeface="Arial"/>
                <a:ea typeface="Arial"/>
                <a:cs typeface="Arial"/>
              </a:defRPr>
            </a:lvl7pPr>
            <a:lvl8pPr algn="l">
              <a:defRPr sz="2250" b="0">
                <a:solidFill>
                  <a:srgbClr val="111111"/>
                </a:solidFill>
                <a:latin typeface="Arial"/>
                <a:ea typeface="Arial"/>
                <a:cs typeface="Arial"/>
              </a:defRPr>
            </a:lvl8pPr>
            <a:lvl9pPr algn="l">
              <a:defRPr sz="2250" b="0">
                <a:solidFill>
                  <a:srgbClr val="111111"/>
                </a:solidFill>
                <a:latin typeface="Arial"/>
                <a:ea typeface="Arial"/>
                <a:cs typeface="Arial"/>
              </a:defRPr>
            </a:lvl9pPr>
          </a:lstStyle>
          <a:p xmlns:a="http://schemas.openxmlformats.org/drawingml/2006/main">
            <a:pPr algn="l">
              <a:lnSpc>
                <a:spcPct val="113000"/>
              </a:lnSpc>
              <a:buNone/>
              <a:defRPr sz="2250" b="0">
                <a:solidFill>
                  <a:srgbClr val="111111"/>
                </a:solidFill>
                <a:latin typeface="Arial"/>
                <a:ea typeface="Arial"/>
                <a:cs typeface="Arial"/>
              </a:defRPr>
            </a:pPr>
            <a:r>
              <a:rPr sz="2250" b="0">
                <a:solidFill>
                  <a:srgbClr val="111111"/>
                </a:solidFill>
                <a:latin typeface="Arial"/>
                <a:ea typeface="Arial"/>
                <a:cs typeface="Arial"/>
              </a:rPr>
              <a:t>Permanecem pendentes a confirmação do inventário e dos controles, a consolidação da tabulação, a matriz de riscos aplicada e a comparação fundamentada das alternativas.</a:t>
            </a:r>
          </a:p>
        </p:txBody>
      </p:sp>
      <p:sp>
        <p:nvSpPr>
          <p:cNvPr id="9" name="continuity-heading">
            <a:extLst xmlns:a="http://schemas.openxmlformats.org/drawingml/2006/main">
              <a:ext uri="{FF2B5EF4-FFF2-40B4-BE49-F238E27FC236}">
                <a16:creationId xmlns:a16="http://schemas.microsoft.com/office/drawing/2014/main" id="{FEE212F1-4576-41D7-B5C2-86ED00D87E90}"/>
              </a:ext>
            </a:extLst>
          </p:cNvPr>
          <p:cNvSpPr>
            <a:spLocks xmlns:a="http://schemas.openxmlformats.org/drawingml/2006/main" noGrp="1"/>
          </p:cNvSpPr>
          <p:nvPr/>
        </p:nvSpPr>
        <p:spPr>
          <a:xfrm xmlns:a="http://schemas.openxmlformats.org/drawingml/2006/main">
            <a:off x="685800" y="488632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11111"/>
                </a:solidFill>
                <a:latin typeface="Arial"/>
                <a:ea typeface="Arial"/>
                <a:cs typeface="Arial"/>
              </a:defRPr>
            </a:defPPr>
            <a:lvl1pPr algn="l">
              <a:defRPr sz="2250" b="1">
                <a:solidFill>
                  <a:srgbClr val="111111"/>
                </a:solidFill>
                <a:latin typeface="Arial"/>
                <a:ea typeface="Arial"/>
                <a:cs typeface="Arial"/>
              </a:defRPr>
            </a:lvl1pPr>
            <a:lvl2pPr algn="l">
              <a:defRPr sz="2250" b="1">
                <a:solidFill>
                  <a:srgbClr val="111111"/>
                </a:solidFill>
                <a:latin typeface="Arial"/>
                <a:ea typeface="Arial"/>
                <a:cs typeface="Arial"/>
              </a:defRPr>
            </a:lvl2pPr>
            <a:lvl3pPr algn="l">
              <a:defRPr sz="2250" b="1">
                <a:solidFill>
                  <a:srgbClr val="111111"/>
                </a:solidFill>
                <a:latin typeface="Arial"/>
                <a:ea typeface="Arial"/>
                <a:cs typeface="Arial"/>
              </a:defRPr>
            </a:lvl3pPr>
            <a:lvl4pPr algn="l">
              <a:defRPr sz="2250" b="1">
                <a:solidFill>
                  <a:srgbClr val="111111"/>
                </a:solidFill>
                <a:latin typeface="Arial"/>
                <a:ea typeface="Arial"/>
                <a:cs typeface="Arial"/>
              </a:defRPr>
            </a:lvl4pPr>
            <a:lvl5pPr algn="l">
              <a:defRPr sz="2250" b="1">
                <a:solidFill>
                  <a:srgbClr val="111111"/>
                </a:solidFill>
                <a:latin typeface="Arial"/>
                <a:ea typeface="Arial"/>
                <a:cs typeface="Arial"/>
              </a:defRPr>
            </a:lvl5pPr>
            <a:lvl6pPr algn="l">
              <a:defRPr sz="2250" b="1">
                <a:solidFill>
                  <a:srgbClr val="111111"/>
                </a:solidFill>
                <a:latin typeface="Arial"/>
                <a:ea typeface="Arial"/>
                <a:cs typeface="Arial"/>
              </a:defRPr>
            </a:lvl6pPr>
            <a:lvl7pPr algn="l">
              <a:defRPr sz="2250" b="1">
                <a:solidFill>
                  <a:srgbClr val="111111"/>
                </a:solidFill>
                <a:latin typeface="Arial"/>
                <a:ea typeface="Arial"/>
                <a:cs typeface="Arial"/>
              </a:defRPr>
            </a:lvl7pPr>
            <a:lvl8pPr algn="l">
              <a:defRPr sz="2250" b="1">
                <a:solidFill>
                  <a:srgbClr val="111111"/>
                </a:solidFill>
                <a:latin typeface="Arial"/>
                <a:ea typeface="Arial"/>
                <a:cs typeface="Arial"/>
              </a:defRPr>
            </a:lvl8pPr>
            <a:lvl9pPr algn="l">
              <a:defRPr sz="2250" b="1">
                <a:solidFill>
                  <a:srgbClr val="111111"/>
                </a:solidFill>
                <a:latin typeface="Arial"/>
                <a:ea typeface="Arial"/>
                <a:cs typeface="Arial"/>
              </a:defRPr>
            </a:lvl9pPr>
          </a:lstStyle>
          <a:p xmlns:a="http://schemas.openxmlformats.org/drawingml/2006/main">
            <a:pPr algn="l">
              <a:lnSpc>
                <a:spcPct val="113000"/>
              </a:lnSpc>
              <a:buNone/>
              <a:defRPr sz="2250" b="1">
                <a:solidFill>
                  <a:srgbClr val="111111"/>
                </a:solidFill>
                <a:latin typeface="Arial"/>
                <a:ea typeface="Arial"/>
                <a:cs typeface="Arial"/>
              </a:defRPr>
            </a:pPr>
            <a:r>
              <a:rPr sz="2250" b="1">
                <a:solidFill>
                  <a:srgbClr val="111111"/>
                </a:solidFill>
                <a:latin typeface="Arial"/>
                <a:ea typeface="Arial"/>
                <a:cs typeface="Arial"/>
              </a:rPr>
              <a:t>Continuidade da pesquisa</a:t>
            </a:r>
          </a:p>
        </p:txBody>
      </p:sp>
      <p:sp>
        <p:nvSpPr>
          <p:cNvPr id="10" name="continuity">
            <a:extLst xmlns:a="http://schemas.openxmlformats.org/drawingml/2006/main">
              <a:ext uri="{FF2B5EF4-FFF2-40B4-BE49-F238E27FC236}">
                <a16:creationId xmlns:a16="http://schemas.microsoft.com/office/drawing/2014/main" id="{3C4AC506-F031-4800-A88A-918B77F78A88}"/>
              </a:ext>
            </a:extLst>
          </p:cNvPr>
          <p:cNvSpPr>
            <a:spLocks xmlns:a="http://schemas.openxmlformats.org/drawingml/2006/main" noGrp="1"/>
          </p:cNvSpPr>
          <p:nvPr/>
        </p:nvSpPr>
        <p:spPr>
          <a:xfrm xmlns:a="http://schemas.openxmlformats.org/drawingml/2006/main">
            <a:off x="685800" y="5419725"/>
            <a:ext cx="108204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11111"/>
                </a:solidFill>
                <a:latin typeface="Arial"/>
                <a:ea typeface="Arial"/>
                <a:cs typeface="Arial"/>
              </a:defRPr>
            </a:defPPr>
            <a:lvl1pPr algn="l">
              <a:defRPr sz="2250" b="0">
                <a:solidFill>
                  <a:srgbClr val="111111"/>
                </a:solidFill>
                <a:latin typeface="Arial"/>
                <a:ea typeface="Arial"/>
                <a:cs typeface="Arial"/>
              </a:defRPr>
            </a:lvl1pPr>
            <a:lvl2pPr algn="l">
              <a:defRPr sz="2250" b="0">
                <a:solidFill>
                  <a:srgbClr val="111111"/>
                </a:solidFill>
                <a:latin typeface="Arial"/>
                <a:ea typeface="Arial"/>
                <a:cs typeface="Arial"/>
              </a:defRPr>
            </a:lvl2pPr>
            <a:lvl3pPr algn="l">
              <a:defRPr sz="2250" b="0">
                <a:solidFill>
                  <a:srgbClr val="111111"/>
                </a:solidFill>
                <a:latin typeface="Arial"/>
                <a:ea typeface="Arial"/>
                <a:cs typeface="Arial"/>
              </a:defRPr>
            </a:lvl3pPr>
            <a:lvl4pPr algn="l">
              <a:defRPr sz="2250" b="0">
                <a:solidFill>
                  <a:srgbClr val="111111"/>
                </a:solidFill>
                <a:latin typeface="Arial"/>
                <a:ea typeface="Arial"/>
                <a:cs typeface="Arial"/>
              </a:defRPr>
            </a:lvl4pPr>
            <a:lvl5pPr algn="l">
              <a:defRPr sz="2250" b="0">
                <a:solidFill>
                  <a:srgbClr val="111111"/>
                </a:solidFill>
                <a:latin typeface="Arial"/>
                <a:ea typeface="Arial"/>
                <a:cs typeface="Arial"/>
              </a:defRPr>
            </a:lvl5pPr>
            <a:lvl6pPr algn="l">
              <a:defRPr sz="2250" b="0">
                <a:solidFill>
                  <a:srgbClr val="111111"/>
                </a:solidFill>
                <a:latin typeface="Arial"/>
                <a:ea typeface="Arial"/>
                <a:cs typeface="Arial"/>
              </a:defRPr>
            </a:lvl6pPr>
            <a:lvl7pPr algn="l">
              <a:defRPr sz="2250" b="0">
                <a:solidFill>
                  <a:srgbClr val="111111"/>
                </a:solidFill>
                <a:latin typeface="Arial"/>
                <a:ea typeface="Arial"/>
                <a:cs typeface="Arial"/>
              </a:defRPr>
            </a:lvl7pPr>
            <a:lvl8pPr algn="l">
              <a:defRPr sz="2250" b="0">
                <a:solidFill>
                  <a:srgbClr val="111111"/>
                </a:solidFill>
                <a:latin typeface="Arial"/>
                <a:ea typeface="Arial"/>
                <a:cs typeface="Arial"/>
              </a:defRPr>
            </a:lvl8pPr>
            <a:lvl9pPr algn="l">
              <a:defRPr sz="2250" b="0">
                <a:solidFill>
                  <a:srgbClr val="111111"/>
                </a:solidFill>
                <a:latin typeface="Arial"/>
                <a:ea typeface="Arial"/>
                <a:cs typeface="Arial"/>
              </a:defRPr>
            </a:lvl9pPr>
          </a:lstStyle>
          <a:p xmlns:a="http://schemas.openxmlformats.org/drawingml/2006/main">
            <a:pPr algn="l">
              <a:lnSpc>
                <a:spcPct val="113000"/>
              </a:lnSpc>
              <a:buNone/>
              <a:defRPr sz="2250" b="0">
                <a:solidFill>
                  <a:srgbClr val="111111"/>
                </a:solidFill>
                <a:latin typeface="Arial"/>
                <a:ea typeface="Arial"/>
                <a:cs typeface="Arial"/>
              </a:defRPr>
            </a:pPr>
            <a:r>
              <a:rPr sz="2250" b="0">
                <a:solidFill>
                  <a:srgbClr val="111111"/>
                </a:solidFill>
                <a:latin typeface="Arial"/>
                <a:ea typeface="Arial"/>
                <a:cs typeface="Arial"/>
              </a:rPr>
              <a:t>Uma implantação autorizada e gradual deverá verificar os benefícios esperados, a carga de suporte e a proteção das informações.</a:t>
            </a:r>
          </a:p>
        </p:txBody>
      </p:sp>
      <p:sp>
        <p:nvSpPr>
          <p:cNvPr id="11" name="source">
            <a:extLst xmlns:a="http://schemas.openxmlformats.org/drawingml/2006/main">
              <a:ext uri="{FF2B5EF4-FFF2-40B4-BE49-F238E27FC236}">
                <a16:creationId xmlns:a16="http://schemas.microsoft.com/office/drawing/2014/main" id="{D91453C5-8158-46E5-A091-6FA45578AF8A}"/>
              </a:ext>
            </a:extLst>
          </p:cNvPr>
          <p:cNvSpPr>
            <a:spLocks xmlns:a="http://schemas.openxmlformats.org/drawingml/2006/main" noGrp="1"/>
          </p:cNvSpPr>
          <p:nvPr/>
        </p:nvSpPr>
        <p:spPr>
          <a:xfrm xmlns:a="http://schemas.openxmlformats.org/drawingml/2006/main">
            <a:off x="685800" y="6200775"/>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464646"/>
                </a:solidFill>
                <a:latin typeface="Arial"/>
                <a:ea typeface="Arial"/>
                <a:cs typeface="Arial"/>
              </a:defRPr>
            </a:defPPr>
            <a:lvl1pPr algn="l">
              <a:defRPr sz="1500" b="0">
                <a:solidFill>
                  <a:srgbClr val="464646"/>
                </a:solidFill>
                <a:latin typeface="Arial"/>
                <a:ea typeface="Arial"/>
                <a:cs typeface="Arial"/>
              </a:defRPr>
            </a:lvl1pPr>
            <a:lvl2pPr algn="l">
              <a:defRPr sz="1500" b="0">
                <a:solidFill>
                  <a:srgbClr val="464646"/>
                </a:solidFill>
                <a:latin typeface="Arial"/>
                <a:ea typeface="Arial"/>
                <a:cs typeface="Arial"/>
              </a:defRPr>
            </a:lvl2pPr>
            <a:lvl3pPr algn="l">
              <a:defRPr sz="1500" b="0">
                <a:solidFill>
                  <a:srgbClr val="464646"/>
                </a:solidFill>
                <a:latin typeface="Arial"/>
                <a:ea typeface="Arial"/>
                <a:cs typeface="Arial"/>
              </a:defRPr>
            </a:lvl3pPr>
            <a:lvl4pPr algn="l">
              <a:defRPr sz="1500" b="0">
                <a:solidFill>
                  <a:srgbClr val="464646"/>
                </a:solidFill>
                <a:latin typeface="Arial"/>
                <a:ea typeface="Arial"/>
                <a:cs typeface="Arial"/>
              </a:defRPr>
            </a:lvl4pPr>
            <a:lvl5pPr algn="l">
              <a:defRPr sz="1500" b="0">
                <a:solidFill>
                  <a:srgbClr val="464646"/>
                </a:solidFill>
                <a:latin typeface="Arial"/>
                <a:ea typeface="Arial"/>
                <a:cs typeface="Arial"/>
              </a:defRPr>
            </a:lvl5pPr>
            <a:lvl6pPr algn="l">
              <a:defRPr sz="1500" b="0">
                <a:solidFill>
                  <a:srgbClr val="464646"/>
                </a:solidFill>
                <a:latin typeface="Arial"/>
                <a:ea typeface="Arial"/>
                <a:cs typeface="Arial"/>
              </a:defRPr>
            </a:lvl6pPr>
            <a:lvl7pPr algn="l">
              <a:defRPr sz="1500" b="0">
                <a:solidFill>
                  <a:srgbClr val="464646"/>
                </a:solidFill>
                <a:latin typeface="Arial"/>
                <a:ea typeface="Arial"/>
                <a:cs typeface="Arial"/>
              </a:defRPr>
            </a:lvl7pPr>
            <a:lvl8pPr algn="l">
              <a:defRPr sz="1500" b="0">
                <a:solidFill>
                  <a:srgbClr val="464646"/>
                </a:solidFill>
                <a:latin typeface="Arial"/>
                <a:ea typeface="Arial"/>
                <a:cs typeface="Arial"/>
              </a:defRPr>
            </a:lvl8pPr>
            <a:lvl9pPr algn="l">
              <a:defRPr sz="1500" b="0">
                <a:solidFill>
                  <a:srgbClr val="464646"/>
                </a:solidFill>
                <a:latin typeface="Arial"/>
                <a:ea typeface="Arial"/>
                <a:cs typeface="Arial"/>
              </a:defRPr>
            </a:lvl9pPr>
          </a:lstStyle>
          <a:p xmlns:a="http://schemas.openxmlformats.org/drawingml/2006/main">
            <a:pPr algn="l">
              <a:lnSpc>
                <a:spcPct val="105000"/>
              </a:lnSpc>
              <a:buNone/>
              <a:defRPr sz="1500" b="0">
                <a:solidFill>
                  <a:srgbClr val="464646"/>
                </a:solidFill>
                <a:latin typeface="Arial"/>
                <a:ea typeface="Arial"/>
                <a:cs typeface="Arial"/>
              </a:defRPr>
            </a:pPr>
            <a:r>
              <a:rPr sz="1500" b="0">
                <a:solidFill>
                  <a:srgbClr val="464646"/>
                </a:solidFill>
                <a:latin typeface="Arial"/>
                <a:ea typeface="Arial"/>
                <a:cs typeface="Arial"/>
              </a:rPr>
              <a:t>Fonte: elaboração própria.</a:t>
            </a:r>
          </a:p>
        </p:txBody>
      </p:sp>
    </p:spTree>
    <p:extLst>
      <p:ext uri="{BB962C8B-B14F-4D97-AF65-F5344CB8AC3E}">
        <p14:creationId xmlns:p14="http://schemas.microsoft.com/office/powerpoint/2010/main" val="28792005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046E521C-6C75-4132-8119-AA8670ACCD18}"/>
              </a:ext>
            </a:extLst>
          </p:cNvPr>
          <p:cNvSpPr>
            <a:spLocks xmlns:a="http://schemas.openxmlformats.org/drawingml/2006/main" noGrp="1"/>
          </p:cNvSpPr>
          <p:nvPr/>
        </p:nvSpPr>
        <p:spPr>
          <a:xfrm xmlns:a="http://schemas.openxmlformats.org/drawingml/2006/main">
            <a:off x="685800" y="41910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11111"/>
                </a:solidFill>
                <a:latin typeface="Arial"/>
                <a:ea typeface="Arial"/>
                <a:cs typeface="Arial"/>
              </a:defRPr>
            </a:defPPr>
            <a:lvl1pPr algn="l">
              <a:defRPr sz="3300" b="1">
                <a:solidFill>
                  <a:srgbClr val="111111"/>
                </a:solidFill>
                <a:latin typeface="Arial"/>
                <a:ea typeface="Arial"/>
                <a:cs typeface="Arial"/>
              </a:defRPr>
            </a:lvl1pPr>
            <a:lvl2pPr algn="l">
              <a:defRPr sz="3300" b="1">
                <a:solidFill>
                  <a:srgbClr val="111111"/>
                </a:solidFill>
                <a:latin typeface="Arial"/>
                <a:ea typeface="Arial"/>
                <a:cs typeface="Arial"/>
              </a:defRPr>
            </a:lvl2pPr>
            <a:lvl3pPr algn="l">
              <a:defRPr sz="3300" b="1">
                <a:solidFill>
                  <a:srgbClr val="111111"/>
                </a:solidFill>
                <a:latin typeface="Arial"/>
                <a:ea typeface="Arial"/>
                <a:cs typeface="Arial"/>
              </a:defRPr>
            </a:lvl3pPr>
            <a:lvl4pPr algn="l">
              <a:defRPr sz="3300" b="1">
                <a:solidFill>
                  <a:srgbClr val="111111"/>
                </a:solidFill>
                <a:latin typeface="Arial"/>
                <a:ea typeface="Arial"/>
                <a:cs typeface="Arial"/>
              </a:defRPr>
            </a:lvl4pPr>
            <a:lvl5pPr algn="l">
              <a:defRPr sz="3300" b="1">
                <a:solidFill>
                  <a:srgbClr val="111111"/>
                </a:solidFill>
                <a:latin typeface="Arial"/>
                <a:ea typeface="Arial"/>
                <a:cs typeface="Arial"/>
              </a:defRPr>
            </a:lvl5pPr>
            <a:lvl6pPr algn="l">
              <a:defRPr sz="3300" b="1">
                <a:solidFill>
                  <a:srgbClr val="111111"/>
                </a:solidFill>
                <a:latin typeface="Arial"/>
                <a:ea typeface="Arial"/>
                <a:cs typeface="Arial"/>
              </a:defRPr>
            </a:lvl6pPr>
            <a:lvl7pPr algn="l">
              <a:defRPr sz="3300" b="1">
                <a:solidFill>
                  <a:srgbClr val="111111"/>
                </a:solidFill>
                <a:latin typeface="Arial"/>
                <a:ea typeface="Arial"/>
                <a:cs typeface="Arial"/>
              </a:defRPr>
            </a:lvl7pPr>
            <a:lvl8pPr algn="l">
              <a:defRPr sz="3300" b="1">
                <a:solidFill>
                  <a:srgbClr val="111111"/>
                </a:solidFill>
                <a:latin typeface="Arial"/>
                <a:ea typeface="Arial"/>
                <a:cs typeface="Arial"/>
              </a:defRPr>
            </a:lvl8pPr>
            <a:lvl9pPr algn="l">
              <a:defRPr sz="3300" b="1">
                <a:solidFill>
                  <a:srgbClr val="111111"/>
                </a:solidFill>
                <a:latin typeface="Arial"/>
                <a:ea typeface="Arial"/>
                <a:cs typeface="Arial"/>
              </a:defRPr>
            </a:lvl9pPr>
          </a:lstStyle>
          <a:p xmlns:a="http://schemas.openxmlformats.org/drawingml/2006/main">
            <a:pPr algn="l">
              <a:lnSpc>
                <a:spcPct val="113000"/>
              </a:lnSpc>
              <a:buNone/>
              <a:defRPr sz="3300" b="1">
                <a:solidFill>
                  <a:srgbClr val="111111"/>
                </a:solidFill>
                <a:latin typeface="Arial"/>
                <a:ea typeface="Arial"/>
                <a:cs typeface="Arial"/>
              </a:defRPr>
            </a:pPr>
            <a:r>
              <a:rPr sz="3300" b="1">
                <a:solidFill>
                  <a:srgbClr val="111111"/>
                </a:solidFill>
                <a:latin typeface="Arial"/>
                <a:ea typeface="Arial"/>
                <a:cs typeface="Arial"/>
              </a:rPr>
              <a:t>REFERÊNCIAS SELECIONADAS</a:t>
            </a:r>
          </a:p>
        </p:txBody>
      </p:sp>
      <p:sp>
        <p:nvSpPr>
          <p:cNvPr id="2" name="heading-rule">
            <a:extLst xmlns:a="http://schemas.openxmlformats.org/drawingml/2006/main">
              <a:ext uri="{FF2B5EF4-FFF2-40B4-BE49-F238E27FC236}">
                <a16:creationId xmlns:a16="http://schemas.microsoft.com/office/drawing/2014/main" id="{3F90AF87-10A6-4C4A-B6B4-F473B372FADA}"/>
              </a:ext>
            </a:extLst>
          </p:cNvPr>
          <p:cNvSpPr>
            <a:spLocks xmlns:a="http://schemas.openxmlformats.org/drawingml/2006/main" noGrp="1"/>
          </p:cNvSpPr>
          <p:nvPr/>
        </p:nvSpPr>
        <p:spPr>
          <a:xfrm xmlns:a="http://schemas.openxmlformats.org/drawingml/2006/main">
            <a:off x="685800" y="1171575"/>
            <a:ext cx="10820400" cy="0"/>
          </a:xfrm>
          <a:prstGeom xmlns:a="http://schemas.openxmlformats.org/drawingml/2006/main" prst="line">
            <a:avLst/>
          </a:prstGeom>
          <a:noFill xmlns:a="http://schemas.openxmlformats.org/drawingml/2006/main"/>
          <a:ln xmlns:a="http://schemas.openxmlformats.org/drawingml/2006/main" w="11430">
            <a:solidFill>
              <a:srgbClr val="AD1115"/>
            </a:solidFill>
            <a:prstDash val="solid"/>
          </a:ln>
        </p:spPr>
      </p:sp>
      <p:sp>
        <p:nvSpPr>
          <p:cNvPr id="3" name="institution-footer">
            <a:extLst xmlns:a="http://schemas.openxmlformats.org/drawingml/2006/main">
              <a:ext uri="{FF2B5EF4-FFF2-40B4-BE49-F238E27FC236}">
                <a16:creationId xmlns:a16="http://schemas.microsoft.com/office/drawing/2014/main" id="{E5E98ED5-5E43-4169-A1FC-5F5AE7ACE376}"/>
              </a:ext>
            </a:extLst>
          </p:cNvPr>
          <p:cNvSpPr>
            <a:spLocks xmlns:a="http://schemas.openxmlformats.org/drawingml/2006/main" noGrp="1"/>
          </p:cNvSpPr>
          <p:nvPr/>
        </p:nvSpPr>
        <p:spPr>
          <a:xfrm xmlns:a="http://schemas.openxmlformats.org/drawingml/2006/main">
            <a:off x="685800" y="654367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64646"/>
                </a:solidFill>
                <a:latin typeface="Arial"/>
                <a:ea typeface="Arial"/>
                <a:cs typeface="Arial"/>
              </a:defRPr>
            </a:defPPr>
            <a:lvl1pPr algn="l">
              <a:defRPr sz="1350" b="0">
                <a:solidFill>
                  <a:srgbClr val="464646"/>
                </a:solidFill>
                <a:latin typeface="Arial"/>
                <a:ea typeface="Arial"/>
                <a:cs typeface="Arial"/>
              </a:defRPr>
            </a:lvl1pPr>
            <a:lvl2pPr algn="l">
              <a:defRPr sz="1350" b="0">
                <a:solidFill>
                  <a:srgbClr val="464646"/>
                </a:solidFill>
                <a:latin typeface="Arial"/>
                <a:ea typeface="Arial"/>
                <a:cs typeface="Arial"/>
              </a:defRPr>
            </a:lvl2pPr>
            <a:lvl3pPr algn="l">
              <a:defRPr sz="1350" b="0">
                <a:solidFill>
                  <a:srgbClr val="464646"/>
                </a:solidFill>
                <a:latin typeface="Arial"/>
                <a:ea typeface="Arial"/>
                <a:cs typeface="Arial"/>
              </a:defRPr>
            </a:lvl3pPr>
            <a:lvl4pPr algn="l">
              <a:defRPr sz="1350" b="0">
                <a:solidFill>
                  <a:srgbClr val="464646"/>
                </a:solidFill>
                <a:latin typeface="Arial"/>
                <a:ea typeface="Arial"/>
                <a:cs typeface="Arial"/>
              </a:defRPr>
            </a:lvl4pPr>
            <a:lvl5pPr algn="l">
              <a:defRPr sz="1350" b="0">
                <a:solidFill>
                  <a:srgbClr val="464646"/>
                </a:solidFill>
                <a:latin typeface="Arial"/>
                <a:ea typeface="Arial"/>
                <a:cs typeface="Arial"/>
              </a:defRPr>
            </a:lvl5pPr>
            <a:lvl6pPr algn="l">
              <a:defRPr sz="1350" b="0">
                <a:solidFill>
                  <a:srgbClr val="464646"/>
                </a:solidFill>
                <a:latin typeface="Arial"/>
                <a:ea typeface="Arial"/>
                <a:cs typeface="Arial"/>
              </a:defRPr>
            </a:lvl6pPr>
            <a:lvl7pPr algn="l">
              <a:defRPr sz="1350" b="0">
                <a:solidFill>
                  <a:srgbClr val="464646"/>
                </a:solidFill>
                <a:latin typeface="Arial"/>
                <a:ea typeface="Arial"/>
                <a:cs typeface="Arial"/>
              </a:defRPr>
            </a:lvl7pPr>
            <a:lvl8pPr algn="l">
              <a:defRPr sz="1350" b="0">
                <a:solidFill>
                  <a:srgbClr val="464646"/>
                </a:solidFill>
                <a:latin typeface="Arial"/>
                <a:ea typeface="Arial"/>
                <a:cs typeface="Arial"/>
              </a:defRPr>
            </a:lvl8pPr>
            <a:lvl9pPr algn="l">
              <a:defRPr sz="1350" b="0">
                <a:solidFill>
                  <a:srgbClr val="464646"/>
                </a:solidFill>
                <a:latin typeface="Arial"/>
                <a:ea typeface="Arial"/>
                <a:cs typeface="Arial"/>
              </a:defRPr>
            </a:lvl9pPr>
          </a:lstStyle>
          <a:p xmlns:a="http://schemas.openxmlformats.org/drawingml/2006/main">
            <a:pPr algn="l">
              <a:lnSpc>
                <a:spcPct val="113000"/>
              </a:lnSpc>
              <a:buNone/>
              <a:defRPr sz="1350" b="0">
                <a:solidFill>
                  <a:srgbClr val="464646"/>
                </a:solidFill>
                <a:latin typeface="Arial"/>
                <a:ea typeface="Arial"/>
                <a:cs typeface="Arial"/>
              </a:defRPr>
            </a:pPr>
            <a:r>
              <a:rPr sz="1350" b="0">
                <a:solidFill>
                  <a:srgbClr val="464646"/>
                </a:solidFill>
                <a:latin typeface="Arial"/>
                <a:ea typeface="Arial"/>
                <a:cs typeface="Arial"/>
              </a:rPr>
              <a:t>Fatec Barueri, Trabalho de Graduação I</a:t>
            </a:r>
          </a:p>
        </p:txBody>
      </p:sp>
      <p:sp>
        <p:nvSpPr>
          <p:cNvPr id="4" name="slide-number">
            <a:extLst xmlns:a="http://schemas.openxmlformats.org/drawingml/2006/main">
              <a:ext uri="{FF2B5EF4-FFF2-40B4-BE49-F238E27FC236}">
                <a16:creationId xmlns:a16="http://schemas.microsoft.com/office/drawing/2014/main" id="{4D197E55-78D7-45D1-B253-7B76E06394A1}"/>
              </a:ext>
            </a:extLst>
          </p:cNvPr>
          <p:cNvSpPr>
            <a:spLocks xmlns:a="http://schemas.openxmlformats.org/drawingml/2006/main" noGrp="1"/>
          </p:cNvSpPr>
          <p:nvPr/>
        </p:nvSpPr>
        <p:spPr>
          <a:xfrm xmlns:a="http://schemas.openxmlformats.org/drawingml/2006/main">
            <a:off x="11049000" y="65151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464646"/>
                </a:solidFill>
                <a:latin typeface="Arial"/>
                <a:ea typeface="Arial"/>
                <a:cs typeface="Arial"/>
              </a:defRPr>
            </a:defPPr>
            <a:lvl1pPr algn="r">
              <a:defRPr sz="1500" b="0">
                <a:solidFill>
                  <a:srgbClr val="464646"/>
                </a:solidFill>
                <a:latin typeface="Arial"/>
                <a:ea typeface="Arial"/>
                <a:cs typeface="Arial"/>
              </a:defRPr>
            </a:lvl1pPr>
            <a:lvl2pPr algn="r">
              <a:defRPr sz="1500" b="0">
                <a:solidFill>
                  <a:srgbClr val="464646"/>
                </a:solidFill>
                <a:latin typeface="Arial"/>
                <a:ea typeface="Arial"/>
                <a:cs typeface="Arial"/>
              </a:defRPr>
            </a:lvl2pPr>
            <a:lvl3pPr algn="r">
              <a:defRPr sz="1500" b="0">
                <a:solidFill>
                  <a:srgbClr val="464646"/>
                </a:solidFill>
                <a:latin typeface="Arial"/>
                <a:ea typeface="Arial"/>
                <a:cs typeface="Arial"/>
              </a:defRPr>
            </a:lvl3pPr>
            <a:lvl4pPr algn="r">
              <a:defRPr sz="1500" b="0">
                <a:solidFill>
                  <a:srgbClr val="464646"/>
                </a:solidFill>
                <a:latin typeface="Arial"/>
                <a:ea typeface="Arial"/>
                <a:cs typeface="Arial"/>
              </a:defRPr>
            </a:lvl4pPr>
            <a:lvl5pPr algn="r">
              <a:defRPr sz="1500" b="0">
                <a:solidFill>
                  <a:srgbClr val="464646"/>
                </a:solidFill>
                <a:latin typeface="Arial"/>
                <a:ea typeface="Arial"/>
                <a:cs typeface="Arial"/>
              </a:defRPr>
            </a:lvl5pPr>
            <a:lvl6pPr algn="r">
              <a:defRPr sz="1500" b="0">
                <a:solidFill>
                  <a:srgbClr val="464646"/>
                </a:solidFill>
                <a:latin typeface="Arial"/>
                <a:ea typeface="Arial"/>
                <a:cs typeface="Arial"/>
              </a:defRPr>
            </a:lvl6pPr>
            <a:lvl7pPr algn="r">
              <a:defRPr sz="1500" b="0">
                <a:solidFill>
                  <a:srgbClr val="464646"/>
                </a:solidFill>
                <a:latin typeface="Arial"/>
                <a:ea typeface="Arial"/>
                <a:cs typeface="Arial"/>
              </a:defRPr>
            </a:lvl7pPr>
            <a:lvl8pPr algn="r">
              <a:defRPr sz="1500" b="0">
                <a:solidFill>
                  <a:srgbClr val="464646"/>
                </a:solidFill>
                <a:latin typeface="Arial"/>
                <a:ea typeface="Arial"/>
                <a:cs typeface="Arial"/>
              </a:defRPr>
            </a:lvl8pPr>
            <a:lvl9pPr algn="r">
              <a:defRPr sz="1500" b="0">
                <a:solidFill>
                  <a:srgbClr val="464646"/>
                </a:solidFill>
                <a:latin typeface="Arial"/>
                <a:ea typeface="Arial"/>
                <a:cs typeface="Arial"/>
              </a:defRPr>
            </a:lvl9pPr>
          </a:lstStyle>
          <a:p xmlns:a="http://schemas.openxmlformats.org/drawingml/2006/main">
            <a:pPr algn="r">
              <a:lnSpc>
                <a:spcPct val="113000"/>
              </a:lnSpc>
              <a:buNone/>
              <a:defRPr sz="1500" b="0">
                <a:solidFill>
                  <a:srgbClr val="464646"/>
                </a:solidFill>
                <a:latin typeface="Arial"/>
                <a:ea typeface="Arial"/>
                <a:cs typeface="Arial"/>
              </a:defRPr>
            </a:pPr>
            <a:r>
              <a:rPr sz="1500" b="0">
                <a:solidFill>
                  <a:srgbClr val="464646"/>
                </a:solidFill>
                <a:latin typeface="Arial"/>
                <a:ea typeface="Arial"/>
                <a:cs typeface="Arial"/>
              </a:rPr>
              <a:t>15</a:t>
            </a:r>
          </a:p>
        </p:txBody>
      </p:sp>
      <p:sp>
        <p:nvSpPr>
          <p:cNvPr id="5" name="bibliography-0">
            <a:extLst xmlns:a="http://schemas.openxmlformats.org/drawingml/2006/main">
              <a:ext uri="{FF2B5EF4-FFF2-40B4-BE49-F238E27FC236}">
                <a16:creationId xmlns:a16="http://schemas.microsoft.com/office/drawing/2014/main" id="{EFC5A533-DFDF-42C9-A850-BB7E60B30C99}"/>
              </a:ext>
            </a:extLst>
          </p:cNvPr>
          <p:cNvSpPr>
            <a:spLocks xmlns:a="http://schemas.openxmlformats.org/drawingml/2006/main" noGrp="1"/>
          </p:cNvSpPr>
          <p:nvPr/>
        </p:nvSpPr>
        <p:spPr>
          <a:xfrm xmlns:a="http://schemas.openxmlformats.org/drawingml/2006/main">
            <a:off x="685800" y="1514475"/>
            <a:ext cx="5257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11111"/>
                </a:solidFill>
                <a:latin typeface="Arial"/>
                <a:ea typeface="Arial"/>
                <a:cs typeface="Arial"/>
              </a:defRPr>
            </a:defPPr>
            <a:lvl1pPr algn="l">
              <a:defRPr sz="1650" b="0">
                <a:solidFill>
                  <a:srgbClr val="111111"/>
                </a:solidFill>
                <a:latin typeface="Arial"/>
                <a:ea typeface="Arial"/>
                <a:cs typeface="Arial"/>
              </a:defRPr>
            </a:lvl1pPr>
            <a:lvl2pPr algn="l">
              <a:defRPr sz="1650" b="0">
                <a:solidFill>
                  <a:srgbClr val="111111"/>
                </a:solidFill>
                <a:latin typeface="Arial"/>
                <a:ea typeface="Arial"/>
                <a:cs typeface="Arial"/>
              </a:defRPr>
            </a:lvl2pPr>
            <a:lvl3pPr algn="l">
              <a:defRPr sz="1650" b="0">
                <a:solidFill>
                  <a:srgbClr val="111111"/>
                </a:solidFill>
                <a:latin typeface="Arial"/>
                <a:ea typeface="Arial"/>
                <a:cs typeface="Arial"/>
              </a:defRPr>
            </a:lvl3pPr>
            <a:lvl4pPr algn="l">
              <a:defRPr sz="1650" b="0">
                <a:solidFill>
                  <a:srgbClr val="111111"/>
                </a:solidFill>
                <a:latin typeface="Arial"/>
                <a:ea typeface="Arial"/>
                <a:cs typeface="Arial"/>
              </a:defRPr>
            </a:lvl4pPr>
            <a:lvl5pPr algn="l">
              <a:defRPr sz="1650" b="0">
                <a:solidFill>
                  <a:srgbClr val="111111"/>
                </a:solidFill>
                <a:latin typeface="Arial"/>
                <a:ea typeface="Arial"/>
                <a:cs typeface="Arial"/>
              </a:defRPr>
            </a:lvl5pPr>
            <a:lvl6pPr algn="l">
              <a:defRPr sz="1650" b="0">
                <a:solidFill>
                  <a:srgbClr val="111111"/>
                </a:solidFill>
                <a:latin typeface="Arial"/>
                <a:ea typeface="Arial"/>
                <a:cs typeface="Arial"/>
              </a:defRPr>
            </a:lvl6pPr>
            <a:lvl7pPr algn="l">
              <a:defRPr sz="1650" b="0">
                <a:solidFill>
                  <a:srgbClr val="111111"/>
                </a:solidFill>
                <a:latin typeface="Arial"/>
                <a:ea typeface="Arial"/>
                <a:cs typeface="Arial"/>
              </a:defRPr>
            </a:lvl7pPr>
            <a:lvl8pPr algn="l">
              <a:defRPr sz="1650" b="0">
                <a:solidFill>
                  <a:srgbClr val="111111"/>
                </a:solidFill>
                <a:latin typeface="Arial"/>
                <a:ea typeface="Arial"/>
                <a:cs typeface="Arial"/>
              </a:defRPr>
            </a:lvl8pPr>
            <a:lvl9pPr algn="l">
              <a:defRPr sz="1650" b="0">
                <a:solidFill>
                  <a:srgbClr val="111111"/>
                </a:solidFill>
                <a:latin typeface="Arial"/>
                <a:ea typeface="Arial"/>
                <a:cs typeface="Arial"/>
              </a:defRPr>
            </a:lvl9pPr>
          </a:lstStyle>
          <a:p xmlns:a="http://schemas.openxmlformats.org/drawingml/2006/main">
            <a:pPr algn="l">
              <a:lnSpc>
                <a:spcPct val="105000"/>
              </a:lnSpc>
              <a:buNone/>
              <a:defRPr sz="1650" b="0">
                <a:solidFill>
                  <a:srgbClr val="111111"/>
                </a:solidFill>
                <a:latin typeface="Arial"/>
                <a:ea typeface="Arial"/>
                <a:cs typeface="Arial"/>
              </a:defRPr>
            </a:pPr>
            <a:r>
              <a:rPr sz="1650" b="0">
                <a:solidFill>
                  <a:srgbClr val="111111"/>
                </a:solidFill>
                <a:latin typeface="Arial"/>
                <a:ea typeface="Arial"/>
                <a:cs typeface="Arial"/>
              </a:rPr>
              <a:t>ASSOCIAÇÃO BRASILEIRA DE NORMAS TÉCNICAS. </a:t>
            </a:r>
            <a:r>
              <a:rPr sz="1650" b="1">
                <a:solidFill>
                  <a:srgbClr val="111111"/>
                </a:solidFill>
                <a:latin typeface="Arial"/>
                <a:ea typeface="Arial"/>
                <a:cs typeface="Arial"/>
              </a:rPr>
              <a:t>ABNT NBR ISO/IEC 27001:2022</a:t>
            </a:r>
            <a:r>
              <a:rPr sz="1650" b="0">
                <a:solidFill>
                  <a:srgbClr val="111111"/>
                </a:solidFill>
                <a:latin typeface="Arial"/>
                <a:ea typeface="Arial"/>
                <a:cs typeface="Arial"/>
              </a:rPr>
              <a:t>. Rio de Janeiro: ABNT, 2022.</a:t>
            </a:r>
          </a:p>
        </p:txBody>
      </p:sp>
      <p:sp>
        <p:nvSpPr>
          <p:cNvPr id="6" name="bibliography-1">
            <a:extLst xmlns:a="http://schemas.openxmlformats.org/drawingml/2006/main">
              <a:ext uri="{FF2B5EF4-FFF2-40B4-BE49-F238E27FC236}">
                <a16:creationId xmlns:a16="http://schemas.microsoft.com/office/drawing/2014/main" id="{B8598E0B-7B5A-464E-96DC-5767CFC0443F}"/>
              </a:ext>
            </a:extLst>
          </p:cNvPr>
          <p:cNvSpPr>
            <a:spLocks xmlns:a="http://schemas.openxmlformats.org/drawingml/2006/main" noGrp="1"/>
          </p:cNvSpPr>
          <p:nvPr/>
        </p:nvSpPr>
        <p:spPr>
          <a:xfrm xmlns:a="http://schemas.openxmlformats.org/drawingml/2006/main">
            <a:off x="685800" y="2419350"/>
            <a:ext cx="5257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11111"/>
                </a:solidFill>
                <a:latin typeface="Arial"/>
                <a:ea typeface="Arial"/>
                <a:cs typeface="Arial"/>
              </a:defRPr>
            </a:defPPr>
            <a:lvl1pPr algn="l">
              <a:defRPr sz="1650" b="0">
                <a:solidFill>
                  <a:srgbClr val="111111"/>
                </a:solidFill>
                <a:latin typeface="Arial"/>
                <a:ea typeface="Arial"/>
                <a:cs typeface="Arial"/>
              </a:defRPr>
            </a:lvl1pPr>
            <a:lvl2pPr algn="l">
              <a:defRPr sz="1650" b="0">
                <a:solidFill>
                  <a:srgbClr val="111111"/>
                </a:solidFill>
                <a:latin typeface="Arial"/>
                <a:ea typeface="Arial"/>
                <a:cs typeface="Arial"/>
              </a:defRPr>
            </a:lvl2pPr>
            <a:lvl3pPr algn="l">
              <a:defRPr sz="1650" b="0">
                <a:solidFill>
                  <a:srgbClr val="111111"/>
                </a:solidFill>
                <a:latin typeface="Arial"/>
                <a:ea typeface="Arial"/>
                <a:cs typeface="Arial"/>
              </a:defRPr>
            </a:lvl3pPr>
            <a:lvl4pPr algn="l">
              <a:defRPr sz="1650" b="0">
                <a:solidFill>
                  <a:srgbClr val="111111"/>
                </a:solidFill>
                <a:latin typeface="Arial"/>
                <a:ea typeface="Arial"/>
                <a:cs typeface="Arial"/>
              </a:defRPr>
            </a:lvl4pPr>
            <a:lvl5pPr algn="l">
              <a:defRPr sz="1650" b="0">
                <a:solidFill>
                  <a:srgbClr val="111111"/>
                </a:solidFill>
                <a:latin typeface="Arial"/>
                <a:ea typeface="Arial"/>
                <a:cs typeface="Arial"/>
              </a:defRPr>
            </a:lvl5pPr>
            <a:lvl6pPr algn="l">
              <a:defRPr sz="1650" b="0">
                <a:solidFill>
                  <a:srgbClr val="111111"/>
                </a:solidFill>
                <a:latin typeface="Arial"/>
                <a:ea typeface="Arial"/>
                <a:cs typeface="Arial"/>
              </a:defRPr>
            </a:lvl6pPr>
            <a:lvl7pPr algn="l">
              <a:defRPr sz="1650" b="0">
                <a:solidFill>
                  <a:srgbClr val="111111"/>
                </a:solidFill>
                <a:latin typeface="Arial"/>
                <a:ea typeface="Arial"/>
                <a:cs typeface="Arial"/>
              </a:defRPr>
            </a:lvl7pPr>
            <a:lvl8pPr algn="l">
              <a:defRPr sz="1650" b="0">
                <a:solidFill>
                  <a:srgbClr val="111111"/>
                </a:solidFill>
                <a:latin typeface="Arial"/>
                <a:ea typeface="Arial"/>
                <a:cs typeface="Arial"/>
              </a:defRPr>
            </a:lvl8pPr>
            <a:lvl9pPr algn="l">
              <a:defRPr sz="1650" b="0">
                <a:solidFill>
                  <a:srgbClr val="111111"/>
                </a:solidFill>
                <a:latin typeface="Arial"/>
                <a:ea typeface="Arial"/>
                <a:cs typeface="Arial"/>
              </a:defRPr>
            </a:lvl9pPr>
          </a:lstStyle>
          <a:p xmlns:a="http://schemas.openxmlformats.org/drawingml/2006/main">
            <a:pPr algn="l">
              <a:lnSpc>
                <a:spcPct val="105000"/>
              </a:lnSpc>
              <a:buNone/>
              <a:defRPr sz="1650" b="0">
                <a:solidFill>
                  <a:srgbClr val="111111"/>
                </a:solidFill>
                <a:latin typeface="Arial"/>
                <a:ea typeface="Arial"/>
                <a:cs typeface="Arial"/>
              </a:defRPr>
            </a:pPr>
            <a:r>
              <a:rPr sz="1650" b="0">
                <a:solidFill>
                  <a:srgbClr val="111111"/>
                </a:solidFill>
                <a:latin typeface="Arial"/>
                <a:ea typeface="Arial"/>
                <a:cs typeface="Arial"/>
              </a:rPr>
              <a:t>BRASIL. Lei nº 13.709, de 14 de agosto de 2018. </a:t>
            </a:r>
            <a:r>
              <a:rPr sz="1650" b="1">
                <a:solidFill>
                  <a:srgbClr val="111111"/>
                </a:solidFill>
                <a:latin typeface="Arial"/>
                <a:ea typeface="Arial"/>
                <a:cs typeface="Arial"/>
              </a:rPr>
              <a:t>Lei Geral de Proteção de Dados Pessoais</a:t>
            </a:r>
            <a:r>
              <a:rPr sz="1650" b="0">
                <a:solidFill>
                  <a:srgbClr val="111111"/>
                </a:solidFill>
                <a:latin typeface="Arial"/>
                <a:ea typeface="Arial"/>
                <a:cs typeface="Arial"/>
              </a:rPr>
              <a:t>. Brasília, DF, 2018.</a:t>
            </a:r>
          </a:p>
        </p:txBody>
      </p:sp>
      <p:sp>
        <p:nvSpPr>
          <p:cNvPr id="7" name="bibliography-2">
            <a:extLst xmlns:a="http://schemas.openxmlformats.org/drawingml/2006/main">
              <a:ext uri="{FF2B5EF4-FFF2-40B4-BE49-F238E27FC236}">
                <a16:creationId xmlns:a16="http://schemas.microsoft.com/office/drawing/2014/main" id="{2061EDF7-034C-4D09-9867-CC5AEE0B07AE}"/>
              </a:ext>
            </a:extLst>
          </p:cNvPr>
          <p:cNvSpPr>
            <a:spLocks xmlns:a="http://schemas.openxmlformats.org/drawingml/2006/main" noGrp="1"/>
          </p:cNvSpPr>
          <p:nvPr/>
        </p:nvSpPr>
        <p:spPr>
          <a:xfrm xmlns:a="http://schemas.openxmlformats.org/drawingml/2006/main">
            <a:off x="685800" y="3324225"/>
            <a:ext cx="5257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11111"/>
                </a:solidFill>
                <a:latin typeface="Arial"/>
                <a:ea typeface="Arial"/>
                <a:cs typeface="Arial"/>
              </a:defRPr>
            </a:defPPr>
            <a:lvl1pPr algn="l">
              <a:defRPr sz="1650" b="0">
                <a:solidFill>
                  <a:srgbClr val="111111"/>
                </a:solidFill>
                <a:latin typeface="Arial"/>
                <a:ea typeface="Arial"/>
                <a:cs typeface="Arial"/>
              </a:defRPr>
            </a:lvl1pPr>
            <a:lvl2pPr algn="l">
              <a:defRPr sz="1650" b="0">
                <a:solidFill>
                  <a:srgbClr val="111111"/>
                </a:solidFill>
                <a:latin typeface="Arial"/>
                <a:ea typeface="Arial"/>
                <a:cs typeface="Arial"/>
              </a:defRPr>
            </a:lvl2pPr>
            <a:lvl3pPr algn="l">
              <a:defRPr sz="1650" b="0">
                <a:solidFill>
                  <a:srgbClr val="111111"/>
                </a:solidFill>
                <a:latin typeface="Arial"/>
                <a:ea typeface="Arial"/>
                <a:cs typeface="Arial"/>
              </a:defRPr>
            </a:lvl3pPr>
            <a:lvl4pPr algn="l">
              <a:defRPr sz="1650" b="0">
                <a:solidFill>
                  <a:srgbClr val="111111"/>
                </a:solidFill>
                <a:latin typeface="Arial"/>
                <a:ea typeface="Arial"/>
                <a:cs typeface="Arial"/>
              </a:defRPr>
            </a:lvl4pPr>
            <a:lvl5pPr algn="l">
              <a:defRPr sz="1650" b="0">
                <a:solidFill>
                  <a:srgbClr val="111111"/>
                </a:solidFill>
                <a:latin typeface="Arial"/>
                <a:ea typeface="Arial"/>
                <a:cs typeface="Arial"/>
              </a:defRPr>
            </a:lvl5pPr>
            <a:lvl6pPr algn="l">
              <a:defRPr sz="1650" b="0">
                <a:solidFill>
                  <a:srgbClr val="111111"/>
                </a:solidFill>
                <a:latin typeface="Arial"/>
                <a:ea typeface="Arial"/>
                <a:cs typeface="Arial"/>
              </a:defRPr>
            </a:lvl6pPr>
            <a:lvl7pPr algn="l">
              <a:defRPr sz="1650" b="0">
                <a:solidFill>
                  <a:srgbClr val="111111"/>
                </a:solidFill>
                <a:latin typeface="Arial"/>
                <a:ea typeface="Arial"/>
                <a:cs typeface="Arial"/>
              </a:defRPr>
            </a:lvl7pPr>
            <a:lvl8pPr algn="l">
              <a:defRPr sz="1650" b="0">
                <a:solidFill>
                  <a:srgbClr val="111111"/>
                </a:solidFill>
                <a:latin typeface="Arial"/>
                <a:ea typeface="Arial"/>
                <a:cs typeface="Arial"/>
              </a:defRPr>
            </a:lvl8pPr>
            <a:lvl9pPr algn="l">
              <a:defRPr sz="1650" b="0">
                <a:solidFill>
                  <a:srgbClr val="111111"/>
                </a:solidFill>
                <a:latin typeface="Arial"/>
                <a:ea typeface="Arial"/>
                <a:cs typeface="Arial"/>
              </a:defRPr>
            </a:lvl9pPr>
          </a:lstStyle>
          <a:p xmlns:a="http://schemas.openxmlformats.org/drawingml/2006/main">
            <a:pPr algn="l">
              <a:lnSpc>
                <a:spcPct val="105000"/>
              </a:lnSpc>
              <a:buNone/>
              <a:defRPr sz="1650" b="0">
                <a:solidFill>
                  <a:srgbClr val="111111"/>
                </a:solidFill>
                <a:latin typeface="Arial"/>
                <a:ea typeface="Arial"/>
                <a:cs typeface="Arial"/>
              </a:defRPr>
            </a:pPr>
            <a:r>
              <a:rPr sz="1650" b="0">
                <a:solidFill>
                  <a:srgbClr val="111111"/>
                </a:solidFill>
                <a:latin typeface="Arial"/>
                <a:ea typeface="Arial"/>
                <a:cs typeface="Arial"/>
              </a:rPr>
              <a:t>FATEC BARUERI. </a:t>
            </a:r>
            <a:r>
              <a:rPr sz="1650" b="1">
                <a:solidFill>
                  <a:srgbClr val="111111"/>
                </a:solidFill>
                <a:latin typeface="Arial"/>
                <a:ea typeface="Arial"/>
                <a:cs typeface="Arial"/>
              </a:rPr>
              <a:t>Manual para elaboração de trabalhos acadêmico-científicos</a:t>
            </a:r>
            <a:r>
              <a:rPr sz="1650" b="0">
                <a:solidFill>
                  <a:srgbClr val="111111"/>
                </a:solidFill>
                <a:latin typeface="Arial"/>
                <a:ea typeface="Arial"/>
                <a:cs typeface="Arial"/>
              </a:rPr>
              <a:t>. Barueri: Fatec Barueri, 2025a.</a:t>
            </a:r>
          </a:p>
        </p:txBody>
      </p:sp>
      <p:sp>
        <p:nvSpPr>
          <p:cNvPr id="8" name="bibliography-3">
            <a:extLst xmlns:a="http://schemas.openxmlformats.org/drawingml/2006/main">
              <a:ext uri="{FF2B5EF4-FFF2-40B4-BE49-F238E27FC236}">
                <a16:creationId xmlns:a16="http://schemas.microsoft.com/office/drawing/2014/main" id="{964050D2-C96D-4A79-805E-046BC43317BC}"/>
              </a:ext>
            </a:extLst>
          </p:cNvPr>
          <p:cNvSpPr>
            <a:spLocks xmlns:a="http://schemas.openxmlformats.org/drawingml/2006/main" noGrp="1"/>
          </p:cNvSpPr>
          <p:nvPr/>
        </p:nvSpPr>
        <p:spPr>
          <a:xfrm xmlns:a="http://schemas.openxmlformats.org/drawingml/2006/main">
            <a:off x="685800" y="4229100"/>
            <a:ext cx="5257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11111"/>
                </a:solidFill>
                <a:latin typeface="Arial"/>
                <a:ea typeface="Arial"/>
                <a:cs typeface="Arial"/>
              </a:defRPr>
            </a:defPPr>
            <a:lvl1pPr algn="l">
              <a:defRPr sz="1650" b="0">
                <a:solidFill>
                  <a:srgbClr val="111111"/>
                </a:solidFill>
                <a:latin typeface="Arial"/>
                <a:ea typeface="Arial"/>
                <a:cs typeface="Arial"/>
              </a:defRPr>
            </a:lvl1pPr>
            <a:lvl2pPr algn="l">
              <a:defRPr sz="1650" b="0">
                <a:solidFill>
                  <a:srgbClr val="111111"/>
                </a:solidFill>
                <a:latin typeface="Arial"/>
                <a:ea typeface="Arial"/>
                <a:cs typeface="Arial"/>
              </a:defRPr>
            </a:lvl2pPr>
            <a:lvl3pPr algn="l">
              <a:defRPr sz="1650" b="0">
                <a:solidFill>
                  <a:srgbClr val="111111"/>
                </a:solidFill>
                <a:latin typeface="Arial"/>
                <a:ea typeface="Arial"/>
                <a:cs typeface="Arial"/>
              </a:defRPr>
            </a:lvl3pPr>
            <a:lvl4pPr algn="l">
              <a:defRPr sz="1650" b="0">
                <a:solidFill>
                  <a:srgbClr val="111111"/>
                </a:solidFill>
                <a:latin typeface="Arial"/>
                <a:ea typeface="Arial"/>
                <a:cs typeface="Arial"/>
              </a:defRPr>
            </a:lvl4pPr>
            <a:lvl5pPr algn="l">
              <a:defRPr sz="1650" b="0">
                <a:solidFill>
                  <a:srgbClr val="111111"/>
                </a:solidFill>
                <a:latin typeface="Arial"/>
                <a:ea typeface="Arial"/>
                <a:cs typeface="Arial"/>
              </a:defRPr>
            </a:lvl5pPr>
            <a:lvl6pPr algn="l">
              <a:defRPr sz="1650" b="0">
                <a:solidFill>
                  <a:srgbClr val="111111"/>
                </a:solidFill>
                <a:latin typeface="Arial"/>
                <a:ea typeface="Arial"/>
                <a:cs typeface="Arial"/>
              </a:defRPr>
            </a:lvl6pPr>
            <a:lvl7pPr algn="l">
              <a:defRPr sz="1650" b="0">
                <a:solidFill>
                  <a:srgbClr val="111111"/>
                </a:solidFill>
                <a:latin typeface="Arial"/>
                <a:ea typeface="Arial"/>
                <a:cs typeface="Arial"/>
              </a:defRPr>
            </a:lvl7pPr>
            <a:lvl8pPr algn="l">
              <a:defRPr sz="1650" b="0">
                <a:solidFill>
                  <a:srgbClr val="111111"/>
                </a:solidFill>
                <a:latin typeface="Arial"/>
                <a:ea typeface="Arial"/>
                <a:cs typeface="Arial"/>
              </a:defRPr>
            </a:lvl8pPr>
            <a:lvl9pPr algn="l">
              <a:defRPr sz="1650" b="0">
                <a:solidFill>
                  <a:srgbClr val="111111"/>
                </a:solidFill>
                <a:latin typeface="Arial"/>
                <a:ea typeface="Arial"/>
                <a:cs typeface="Arial"/>
              </a:defRPr>
            </a:lvl9pPr>
          </a:lstStyle>
          <a:p xmlns:a="http://schemas.openxmlformats.org/drawingml/2006/main">
            <a:pPr algn="l">
              <a:lnSpc>
                <a:spcPct val="105000"/>
              </a:lnSpc>
              <a:buNone/>
              <a:defRPr sz="1650" b="0">
                <a:solidFill>
                  <a:srgbClr val="111111"/>
                </a:solidFill>
                <a:latin typeface="Arial"/>
                <a:ea typeface="Arial"/>
                <a:cs typeface="Arial"/>
              </a:defRPr>
            </a:pPr>
            <a:r>
              <a:rPr sz="1650" b="0">
                <a:solidFill>
                  <a:srgbClr val="111111"/>
                </a:solidFill>
                <a:latin typeface="Arial"/>
                <a:ea typeface="Arial"/>
                <a:cs typeface="Arial"/>
              </a:rPr>
              <a:t>FATEC BARUERI. </a:t>
            </a:r>
            <a:r>
              <a:rPr sz="1650" b="1">
                <a:solidFill>
                  <a:srgbClr val="111111"/>
                </a:solidFill>
                <a:latin typeface="Arial"/>
                <a:ea typeface="Arial"/>
                <a:cs typeface="Arial"/>
              </a:rPr>
              <a:t>Portaria da Direção nº 80, de 22 de abril de 2025</a:t>
            </a:r>
            <a:r>
              <a:rPr sz="1650" b="0">
                <a:solidFill>
                  <a:srgbClr val="111111"/>
                </a:solidFill>
                <a:latin typeface="Arial"/>
                <a:ea typeface="Arial"/>
                <a:cs typeface="Arial"/>
              </a:rPr>
              <a:t>. Barueri, 2025b.</a:t>
            </a:r>
          </a:p>
        </p:txBody>
      </p:sp>
      <p:sp>
        <p:nvSpPr>
          <p:cNvPr id="9" name="bibliography-4">
            <a:extLst xmlns:a="http://schemas.openxmlformats.org/drawingml/2006/main">
              <a:ext uri="{FF2B5EF4-FFF2-40B4-BE49-F238E27FC236}">
                <a16:creationId xmlns:a16="http://schemas.microsoft.com/office/drawing/2014/main" id="{DF66C235-C165-40F9-99EF-E21823C006FE}"/>
              </a:ext>
            </a:extLst>
          </p:cNvPr>
          <p:cNvSpPr>
            <a:spLocks xmlns:a="http://schemas.openxmlformats.org/drawingml/2006/main" noGrp="1"/>
          </p:cNvSpPr>
          <p:nvPr/>
        </p:nvSpPr>
        <p:spPr>
          <a:xfrm xmlns:a="http://schemas.openxmlformats.org/drawingml/2006/main">
            <a:off x="685800" y="5133975"/>
            <a:ext cx="5257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11111"/>
                </a:solidFill>
                <a:latin typeface="Arial"/>
                <a:ea typeface="Arial"/>
                <a:cs typeface="Arial"/>
              </a:defRPr>
            </a:defPPr>
            <a:lvl1pPr algn="l">
              <a:defRPr sz="1650" b="0">
                <a:solidFill>
                  <a:srgbClr val="111111"/>
                </a:solidFill>
                <a:latin typeface="Arial"/>
                <a:ea typeface="Arial"/>
                <a:cs typeface="Arial"/>
              </a:defRPr>
            </a:lvl1pPr>
            <a:lvl2pPr algn="l">
              <a:defRPr sz="1650" b="0">
                <a:solidFill>
                  <a:srgbClr val="111111"/>
                </a:solidFill>
                <a:latin typeface="Arial"/>
                <a:ea typeface="Arial"/>
                <a:cs typeface="Arial"/>
              </a:defRPr>
            </a:lvl2pPr>
            <a:lvl3pPr algn="l">
              <a:defRPr sz="1650" b="0">
                <a:solidFill>
                  <a:srgbClr val="111111"/>
                </a:solidFill>
                <a:latin typeface="Arial"/>
                <a:ea typeface="Arial"/>
                <a:cs typeface="Arial"/>
              </a:defRPr>
            </a:lvl3pPr>
            <a:lvl4pPr algn="l">
              <a:defRPr sz="1650" b="0">
                <a:solidFill>
                  <a:srgbClr val="111111"/>
                </a:solidFill>
                <a:latin typeface="Arial"/>
                <a:ea typeface="Arial"/>
                <a:cs typeface="Arial"/>
              </a:defRPr>
            </a:lvl4pPr>
            <a:lvl5pPr algn="l">
              <a:defRPr sz="1650" b="0">
                <a:solidFill>
                  <a:srgbClr val="111111"/>
                </a:solidFill>
                <a:latin typeface="Arial"/>
                <a:ea typeface="Arial"/>
                <a:cs typeface="Arial"/>
              </a:defRPr>
            </a:lvl5pPr>
            <a:lvl6pPr algn="l">
              <a:defRPr sz="1650" b="0">
                <a:solidFill>
                  <a:srgbClr val="111111"/>
                </a:solidFill>
                <a:latin typeface="Arial"/>
                <a:ea typeface="Arial"/>
                <a:cs typeface="Arial"/>
              </a:defRPr>
            </a:lvl6pPr>
            <a:lvl7pPr algn="l">
              <a:defRPr sz="1650" b="0">
                <a:solidFill>
                  <a:srgbClr val="111111"/>
                </a:solidFill>
                <a:latin typeface="Arial"/>
                <a:ea typeface="Arial"/>
                <a:cs typeface="Arial"/>
              </a:defRPr>
            </a:lvl7pPr>
            <a:lvl8pPr algn="l">
              <a:defRPr sz="1650" b="0">
                <a:solidFill>
                  <a:srgbClr val="111111"/>
                </a:solidFill>
                <a:latin typeface="Arial"/>
                <a:ea typeface="Arial"/>
                <a:cs typeface="Arial"/>
              </a:defRPr>
            </a:lvl8pPr>
            <a:lvl9pPr algn="l">
              <a:defRPr sz="1650" b="0">
                <a:solidFill>
                  <a:srgbClr val="111111"/>
                </a:solidFill>
                <a:latin typeface="Arial"/>
                <a:ea typeface="Arial"/>
                <a:cs typeface="Arial"/>
              </a:defRPr>
            </a:lvl9pPr>
          </a:lstStyle>
          <a:p xmlns:a="http://schemas.openxmlformats.org/drawingml/2006/main">
            <a:pPr algn="l">
              <a:lnSpc>
                <a:spcPct val="105000"/>
              </a:lnSpc>
              <a:buNone/>
              <a:defRPr sz="1650" b="0">
                <a:solidFill>
                  <a:srgbClr val="111111"/>
                </a:solidFill>
                <a:latin typeface="Arial"/>
                <a:ea typeface="Arial"/>
                <a:cs typeface="Arial"/>
              </a:defRPr>
            </a:pPr>
            <a:r>
              <a:rPr sz="1650" b="0">
                <a:solidFill>
                  <a:srgbClr val="111111"/>
                </a:solidFill>
                <a:latin typeface="Arial"/>
                <a:ea typeface="Arial"/>
                <a:cs typeface="Arial"/>
              </a:rPr>
              <a:t>GLPI. </a:t>
            </a:r>
            <a:r>
              <a:rPr sz="1650" b="1">
                <a:solidFill>
                  <a:srgbClr val="111111"/>
                </a:solidFill>
                <a:latin typeface="Arial"/>
                <a:ea typeface="Arial"/>
                <a:cs typeface="Arial"/>
              </a:rPr>
              <a:t>LDAP directories</a:t>
            </a:r>
            <a:r>
              <a:rPr sz="1650" b="0">
                <a:solidFill>
                  <a:srgbClr val="111111"/>
                </a:solidFill>
                <a:latin typeface="Arial"/>
                <a:ea typeface="Arial"/>
                <a:cs typeface="Arial"/>
              </a:rPr>
              <a:t>. GLPI Documentation, [s. d.]b.</a:t>
            </a:r>
          </a:p>
        </p:txBody>
      </p:sp>
      <p:sp>
        <p:nvSpPr>
          <p:cNvPr id="10" name="bibliography-5">
            <a:extLst xmlns:a="http://schemas.openxmlformats.org/drawingml/2006/main">
              <a:ext uri="{FF2B5EF4-FFF2-40B4-BE49-F238E27FC236}">
                <a16:creationId xmlns:a16="http://schemas.microsoft.com/office/drawing/2014/main" id="{CF80E5C1-C0F2-4D5C-8847-81D8A3AB5819}"/>
              </a:ext>
            </a:extLst>
          </p:cNvPr>
          <p:cNvSpPr>
            <a:spLocks xmlns:a="http://schemas.openxmlformats.org/drawingml/2006/main" noGrp="1"/>
          </p:cNvSpPr>
          <p:nvPr/>
        </p:nvSpPr>
        <p:spPr>
          <a:xfrm xmlns:a="http://schemas.openxmlformats.org/drawingml/2006/main">
            <a:off x="6419850" y="1514475"/>
            <a:ext cx="50863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11111"/>
                </a:solidFill>
                <a:latin typeface="Arial"/>
                <a:ea typeface="Arial"/>
                <a:cs typeface="Arial"/>
              </a:defRPr>
            </a:defPPr>
            <a:lvl1pPr algn="l">
              <a:defRPr sz="1650" b="0">
                <a:solidFill>
                  <a:srgbClr val="111111"/>
                </a:solidFill>
                <a:latin typeface="Arial"/>
                <a:ea typeface="Arial"/>
                <a:cs typeface="Arial"/>
              </a:defRPr>
            </a:lvl1pPr>
            <a:lvl2pPr algn="l">
              <a:defRPr sz="1650" b="0">
                <a:solidFill>
                  <a:srgbClr val="111111"/>
                </a:solidFill>
                <a:latin typeface="Arial"/>
                <a:ea typeface="Arial"/>
                <a:cs typeface="Arial"/>
              </a:defRPr>
            </a:lvl2pPr>
            <a:lvl3pPr algn="l">
              <a:defRPr sz="1650" b="0">
                <a:solidFill>
                  <a:srgbClr val="111111"/>
                </a:solidFill>
                <a:latin typeface="Arial"/>
                <a:ea typeface="Arial"/>
                <a:cs typeface="Arial"/>
              </a:defRPr>
            </a:lvl3pPr>
            <a:lvl4pPr algn="l">
              <a:defRPr sz="1650" b="0">
                <a:solidFill>
                  <a:srgbClr val="111111"/>
                </a:solidFill>
                <a:latin typeface="Arial"/>
                <a:ea typeface="Arial"/>
                <a:cs typeface="Arial"/>
              </a:defRPr>
            </a:lvl4pPr>
            <a:lvl5pPr algn="l">
              <a:defRPr sz="1650" b="0">
                <a:solidFill>
                  <a:srgbClr val="111111"/>
                </a:solidFill>
                <a:latin typeface="Arial"/>
                <a:ea typeface="Arial"/>
                <a:cs typeface="Arial"/>
              </a:defRPr>
            </a:lvl5pPr>
            <a:lvl6pPr algn="l">
              <a:defRPr sz="1650" b="0">
                <a:solidFill>
                  <a:srgbClr val="111111"/>
                </a:solidFill>
                <a:latin typeface="Arial"/>
                <a:ea typeface="Arial"/>
                <a:cs typeface="Arial"/>
              </a:defRPr>
            </a:lvl6pPr>
            <a:lvl7pPr algn="l">
              <a:defRPr sz="1650" b="0">
                <a:solidFill>
                  <a:srgbClr val="111111"/>
                </a:solidFill>
                <a:latin typeface="Arial"/>
                <a:ea typeface="Arial"/>
                <a:cs typeface="Arial"/>
              </a:defRPr>
            </a:lvl7pPr>
            <a:lvl8pPr algn="l">
              <a:defRPr sz="1650" b="0">
                <a:solidFill>
                  <a:srgbClr val="111111"/>
                </a:solidFill>
                <a:latin typeface="Arial"/>
                <a:ea typeface="Arial"/>
                <a:cs typeface="Arial"/>
              </a:defRPr>
            </a:lvl8pPr>
            <a:lvl9pPr algn="l">
              <a:defRPr sz="1650" b="0">
                <a:solidFill>
                  <a:srgbClr val="111111"/>
                </a:solidFill>
                <a:latin typeface="Arial"/>
                <a:ea typeface="Arial"/>
                <a:cs typeface="Arial"/>
              </a:defRPr>
            </a:lvl9pPr>
          </a:lstStyle>
          <a:p xmlns:a="http://schemas.openxmlformats.org/drawingml/2006/main">
            <a:pPr algn="l">
              <a:lnSpc>
                <a:spcPct val="105000"/>
              </a:lnSpc>
              <a:buNone/>
              <a:defRPr sz="1650" b="0">
                <a:solidFill>
                  <a:srgbClr val="111111"/>
                </a:solidFill>
                <a:latin typeface="Arial"/>
                <a:ea typeface="Arial"/>
                <a:cs typeface="Arial"/>
              </a:defRPr>
            </a:pPr>
            <a:r>
              <a:rPr sz="1650" b="0">
                <a:solidFill>
                  <a:srgbClr val="111111"/>
                </a:solidFill>
                <a:latin typeface="Arial"/>
                <a:ea typeface="Arial"/>
                <a:cs typeface="Arial"/>
              </a:rPr>
              <a:t>ISACA. </a:t>
            </a:r>
            <a:r>
              <a:rPr sz="1650" b="1">
                <a:solidFill>
                  <a:srgbClr val="111111"/>
                </a:solidFill>
                <a:latin typeface="Arial"/>
                <a:ea typeface="Arial"/>
                <a:cs typeface="Arial"/>
              </a:rPr>
              <a:t>COBIT</a:t>
            </a:r>
            <a:r>
              <a:rPr sz="1650" b="0">
                <a:solidFill>
                  <a:srgbClr val="111111"/>
                </a:solidFill>
                <a:latin typeface="Arial"/>
                <a:ea typeface="Arial"/>
                <a:cs typeface="Arial"/>
              </a:rPr>
              <a:t>: governance and management of enterprise information and technology. [S. l.], [s. d.].</a:t>
            </a:r>
          </a:p>
        </p:txBody>
      </p:sp>
      <p:sp>
        <p:nvSpPr>
          <p:cNvPr id="11" name="bibliography-6">
            <a:extLst xmlns:a="http://schemas.openxmlformats.org/drawingml/2006/main">
              <a:ext uri="{FF2B5EF4-FFF2-40B4-BE49-F238E27FC236}">
                <a16:creationId xmlns:a16="http://schemas.microsoft.com/office/drawing/2014/main" id="{DBDA3413-0760-4709-9807-123C5E54CCFE}"/>
              </a:ext>
            </a:extLst>
          </p:cNvPr>
          <p:cNvSpPr>
            <a:spLocks xmlns:a="http://schemas.openxmlformats.org/drawingml/2006/main" noGrp="1"/>
          </p:cNvSpPr>
          <p:nvPr/>
        </p:nvSpPr>
        <p:spPr>
          <a:xfrm xmlns:a="http://schemas.openxmlformats.org/drawingml/2006/main">
            <a:off x="6419850" y="2419350"/>
            <a:ext cx="50863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11111"/>
                </a:solidFill>
                <a:latin typeface="Arial"/>
                <a:ea typeface="Arial"/>
                <a:cs typeface="Arial"/>
              </a:defRPr>
            </a:defPPr>
            <a:lvl1pPr algn="l">
              <a:defRPr sz="1650" b="0">
                <a:solidFill>
                  <a:srgbClr val="111111"/>
                </a:solidFill>
                <a:latin typeface="Arial"/>
                <a:ea typeface="Arial"/>
                <a:cs typeface="Arial"/>
              </a:defRPr>
            </a:lvl1pPr>
            <a:lvl2pPr algn="l">
              <a:defRPr sz="1650" b="0">
                <a:solidFill>
                  <a:srgbClr val="111111"/>
                </a:solidFill>
                <a:latin typeface="Arial"/>
                <a:ea typeface="Arial"/>
                <a:cs typeface="Arial"/>
              </a:defRPr>
            </a:lvl2pPr>
            <a:lvl3pPr algn="l">
              <a:defRPr sz="1650" b="0">
                <a:solidFill>
                  <a:srgbClr val="111111"/>
                </a:solidFill>
                <a:latin typeface="Arial"/>
                <a:ea typeface="Arial"/>
                <a:cs typeface="Arial"/>
              </a:defRPr>
            </a:lvl3pPr>
            <a:lvl4pPr algn="l">
              <a:defRPr sz="1650" b="0">
                <a:solidFill>
                  <a:srgbClr val="111111"/>
                </a:solidFill>
                <a:latin typeface="Arial"/>
                <a:ea typeface="Arial"/>
                <a:cs typeface="Arial"/>
              </a:defRPr>
            </a:lvl4pPr>
            <a:lvl5pPr algn="l">
              <a:defRPr sz="1650" b="0">
                <a:solidFill>
                  <a:srgbClr val="111111"/>
                </a:solidFill>
                <a:latin typeface="Arial"/>
                <a:ea typeface="Arial"/>
                <a:cs typeface="Arial"/>
              </a:defRPr>
            </a:lvl5pPr>
            <a:lvl6pPr algn="l">
              <a:defRPr sz="1650" b="0">
                <a:solidFill>
                  <a:srgbClr val="111111"/>
                </a:solidFill>
                <a:latin typeface="Arial"/>
                <a:ea typeface="Arial"/>
                <a:cs typeface="Arial"/>
              </a:defRPr>
            </a:lvl6pPr>
            <a:lvl7pPr algn="l">
              <a:defRPr sz="1650" b="0">
                <a:solidFill>
                  <a:srgbClr val="111111"/>
                </a:solidFill>
                <a:latin typeface="Arial"/>
                <a:ea typeface="Arial"/>
                <a:cs typeface="Arial"/>
              </a:defRPr>
            </a:lvl7pPr>
            <a:lvl8pPr algn="l">
              <a:defRPr sz="1650" b="0">
                <a:solidFill>
                  <a:srgbClr val="111111"/>
                </a:solidFill>
                <a:latin typeface="Arial"/>
                <a:ea typeface="Arial"/>
                <a:cs typeface="Arial"/>
              </a:defRPr>
            </a:lvl8pPr>
            <a:lvl9pPr algn="l">
              <a:defRPr sz="1650" b="0">
                <a:solidFill>
                  <a:srgbClr val="111111"/>
                </a:solidFill>
                <a:latin typeface="Arial"/>
                <a:ea typeface="Arial"/>
                <a:cs typeface="Arial"/>
              </a:defRPr>
            </a:lvl9pPr>
          </a:lstStyle>
          <a:p xmlns:a="http://schemas.openxmlformats.org/drawingml/2006/main">
            <a:pPr algn="l">
              <a:lnSpc>
                <a:spcPct val="105000"/>
              </a:lnSpc>
              <a:buNone/>
              <a:defRPr sz="1650" b="0">
                <a:solidFill>
                  <a:srgbClr val="111111"/>
                </a:solidFill>
                <a:latin typeface="Arial"/>
                <a:ea typeface="Arial"/>
                <a:cs typeface="Arial"/>
              </a:defRPr>
            </a:pPr>
            <a:r>
              <a:rPr sz="1650" b="0">
                <a:solidFill>
                  <a:srgbClr val="111111"/>
                </a:solidFill>
                <a:latin typeface="Arial"/>
                <a:ea typeface="Arial"/>
                <a:cs typeface="Arial"/>
              </a:rPr>
              <a:t>MICROSOFT. </a:t>
            </a:r>
            <a:r>
              <a:rPr sz="1650" b="1">
                <a:solidFill>
                  <a:srgbClr val="111111"/>
                </a:solidFill>
                <a:latin typeface="Arial"/>
                <a:ea typeface="Arial"/>
                <a:cs typeface="Arial"/>
              </a:rPr>
              <a:t>Active Directory Domain Services overview</a:t>
            </a:r>
            <a:r>
              <a:rPr sz="1650" b="0">
                <a:solidFill>
                  <a:srgbClr val="111111"/>
                </a:solidFill>
                <a:latin typeface="Arial"/>
                <a:ea typeface="Arial"/>
                <a:cs typeface="Arial"/>
              </a:rPr>
              <a:t>. Microsoft Learn, [s. d.]a.</a:t>
            </a:r>
          </a:p>
        </p:txBody>
      </p:sp>
      <p:sp>
        <p:nvSpPr>
          <p:cNvPr id="12" name="bibliography-7">
            <a:extLst xmlns:a="http://schemas.openxmlformats.org/drawingml/2006/main">
              <a:ext uri="{FF2B5EF4-FFF2-40B4-BE49-F238E27FC236}">
                <a16:creationId xmlns:a16="http://schemas.microsoft.com/office/drawing/2014/main" id="{AC2C76FF-232C-448D-B40B-B2D265F9D6BE}"/>
              </a:ext>
            </a:extLst>
          </p:cNvPr>
          <p:cNvSpPr>
            <a:spLocks xmlns:a="http://schemas.openxmlformats.org/drawingml/2006/main" noGrp="1"/>
          </p:cNvSpPr>
          <p:nvPr/>
        </p:nvSpPr>
        <p:spPr>
          <a:xfrm xmlns:a="http://schemas.openxmlformats.org/drawingml/2006/main">
            <a:off x="6419850" y="3324225"/>
            <a:ext cx="50863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11111"/>
                </a:solidFill>
                <a:latin typeface="Arial"/>
                <a:ea typeface="Arial"/>
                <a:cs typeface="Arial"/>
              </a:defRPr>
            </a:defPPr>
            <a:lvl1pPr algn="l">
              <a:defRPr sz="1650" b="0">
                <a:solidFill>
                  <a:srgbClr val="111111"/>
                </a:solidFill>
                <a:latin typeface="Arial"/>
                <a:ea typeface="Arial"/>
                <a:cs typeface="Arial"/>
              </a:defRPr>
            </a:lvl1pPr>
            <a:lvl2pPr algn="l">
              <a:defRPr sz="1650" b="0">
                <a:solidFill>
                  <a:srgbClr val="111111"/>
                </a:solidFill>
                <a:latin typeface="Arial"/>
                <a:ea typeface="Arial"/>
                <a:cs typeface="Arial"/>
              </a:defRPr>
            </a:lvl2pPr>
            <a:lvl3pPr algn="l">
              <a:defRPr sz="1650" b="0">
                <a:solidFill>
                  <a:srgbClr val="111111"/>
                </a:solidFill>
                <a:latin typeface="Arial"/>
                <a:ea typeface="Arial"/>
                <a:cs typeface="Arial"/>
              </a:defRPr>
            </a:lvl3pPr>
            <a:lvl4pPr algn="l">
              <a:defRPr sz="1650" b="0">
                <a:solidFill>
                  <a:srgbClr val="111111"/>
                </a:solidFill>
                <a:latin typeface="Arial"/>
                <a:ea typeface="Arial"/>
                <a:cs typeface="Arial"/>
              </a:defRPr>
            </a:lvl4pPr>
            <a:lvl5pPr algn="l">
              <a:defRPr sz="1650" b="0">
                <a:solidFill>
                  <a:srgbClr val="111111"/>
                </a:solidFill>
                <a:latin typeface="Arial"/>
                <a:ea typeface="Arial"/>
                <a:cs typeface="Arial"/>
              </a:defRPr>
            </a:lvl5pPr>
            <a:lvl6pPr algn="l">
              <a:defRPr sz="1650" b="0">
                <a:solidFill>
                  <a:srgbClr val="111111"/>
                </a:solidFill>
                <a:latin typeface="Arial"/>
                <a:ea typeface="Arial"/>
                <a:cs typeface="Arial"/>
              </a:defRPr>
            </a:lvl6pPr>
            <a:lvl7pPr algn="l">
              <a:defRPr sz="1650" b="0">
                <a:solidFill>
                  <a:srgbClr val="111111"/>
                </a:solidFill>
                <a:latin typeface="Arial"/>
                <a:ea typeface="Arial"/>
                <a:cs typeface="Arial"/>
              </a:defRPr>
            </a:lvl7pPr>
            <a:lvl8pPr algn="l">
              <a:defRPr sz="1650" b="0">
                <a:solidFill>
                  <a:srgbClr val="111111"/>
                </a:solidFill>
                <a:latin typeface="Arial"/>
                <a:ea typeface="Arial"/>
                <a:cs typeface="Arial"/>
              </a:defRPr>
            </a:lvl8pPr>
            <a:lvl9pPr algn="l">
              <a:defRPr sz="1650" b="0">
                <a:solidFill>
                  <a:srgbClr val="111111"/>
                </a:solidFill>
                <a:latin typeface="Arial"/>
                <a:ea typeface="Arial"/>
                <a:cs typeface="Arial"/>
              </a:defRPr>
            </a:lvl9pPr>
          </a:lstStyle>
          <a:p xmlns:a="http://schemas.openxmlformats.org/drawingml/2006/main">
            <a:pPr algn="l">
              <a:lnSpc>
                <a:spcPct val="105000"/>
              </a:lnSpc>
              <a:buNone/>
              <a:defRPr sz="1650" b="0">
                <a:solidFill>
                  <a:srgbClr val="111111"/>
                </a:solidFill>
                <a:latin typeface="Arial"/>
                <a:ea typeface="Arial"/>
                <a:cs typeface="Arial"/>
              </a:defRPr>
            </a:pPr>
            <a:r>
              <a:rPr sz="1650" b="0">
                <a:solidFill>
                  <a:srgbClr val="111111"/>
                </a:solidFill>
                <a:latin typeface="Arial"/>
                <a:ea typeface="Arial"/>
                <a:cs typeface="Arial"/>
              </a:rPr>
              <a:t>NIST. </a:t>
            </a:r>
            <a:r>
              <a:rPr sz="1650" b="1">
                <a:solidFill>
                  <a:srgbClr val="111111"/>
                </a:solidFill>
                <a:latin typeface="Arial"/>
                <a:ea typeface="Arial"/>
                <a:cs typeface="Arial"/>
              </a:rPr>
              <a:t>Guide for Conducting Risk Assessments</a:t>
            </a:r>
            <a:r>
              <a:rPr sz="1650" b="0">
                <a:solidFill>
                  <a:srgbClr val="111111"/>
                </a:solidFill>
                <a:latin typeface="Arial"/>
                <a:ea typeface="Arial"/>
                <a:cs typeface="Arial"/>
              </a:rPr>
              <a:t>. SP 800-30 Rev. 1. Gaithersburg: NIST, 2012.</a:t>
            </a:r>
          </a:p>
        </p:txBody>
      </p:sp>
      <p:sp>
        <p:nvSpPr>
          <p:cNvPr id="13" name="bibliography-8">
            <a:extLst xmlns:a="http://schemas.openxmlformats.org/drawingml/2006/main">
              <a:ext uri="{FF2B5EF4-FFF2-40B4-BE49-F238E27FC236}">
                <a16:creationId xmlns:a16="http://schemas.microsoft.com/office/drawing/2014/main" id="{525158A4-099D-406A-ACF3-040F8D69F036}"/>
              </a:ext>
            </a:extLst>
          </p:cNvPr>
          <p:cNvSpPr>
            <a:spLocks xmlns:a="http://schemas.openxmlformats.org/drawingml/2006/main" noGrp="1"/>
          </p:cNvSpPr>
          <p:nvPr/>
        </p:nvSpPr>
        <p:spPr>
          <a:xfrm xmlns:a="http://schemas.openxmlformats.org/drawingml/2006/main">
            <a:off x="6419850" y="4229100"/>
            <a:ext cx="50863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11111"/>
                </a:solidFill>
                <a:latin typeface="Arial"/>
                <a:ea typeface="Arial"/>
                <a:cs typeface="Arial"/>
              </a:defRPr>
            </a:defPPr>
            <a:lvl1pPr algn="l">
              <a:defRPr sz="1650" b="0">
                <a:solidFill>
                  <a:srgbClr val="111111"/>
                </a:solidFill>
                <a:latin typeface="Arial"/>
                <a:ea typeface="Arial"/>
                <a:cs typeface="Arial"/>
              </a:defRPr>
            </a:lvl1pPr>
            <a:lvl2pPr algn="l">
              <a:defRPr sz="1650" b="0">
                <a:solidFill>
                  <a:srgbClr val="111111"/>
                </a:solidFill>
                <a:latin typeface="Arial"/>
                <a:ea typeface="Arial"/>
                <a:cs typeface="Arial"/>
              </a:defRPr>
            </a:lvl2pPr>
            <a:lvl3pPr algn="l">
              <a:defRPr sz="1650" b="0">
                <a:solidFill>
                  <a:srgbClr val="111111"/>
                </a:solidFill>
                <a:latin typeface="Arial"/>
                <a:ea typeface="Arial"/>
                <a:cs typeface="Arial"/>
              </a:defRPr>
            </a:lvl3pPr>
            <a:lvl4pPr algn="l">
              <a:defRPr sz="1650" b="0">
                <a:solidFill>
                  <a:srgbClr val="111111"/>
                </a:solidFill>
                <a:latin typeface="Arial"/>
                <a:ea typeface="Arial"/>
                <a:cs typeface="Arial"/>
              </a:defRPr>
            </a:lvl4pPr>
            <a:lvl5pPr algn="l">
              <a:defRPr sz="1650" b="0">
                <a:solidFill>
                  <a:srgbClr val="111111"/>
                </a:solidFill>
                <a:latin typeface="Arial"/>
                <a:ea typeface="Arial"/>
                <a:cs typeface="Arial"/>
              </a:defRPr>
            </a:lvl5pPr>
            <a:lvl6pPr algn="l">
              <a:defRPr sz="1650" b="0">
                <a:solidFill>
                  <a:srgbClr val="111111"/>
                </a:solidFill>
                <a:latin typeface="Arial"/>
                <a:ea typeface="Arial"/>
                <a:cs typeface="Arial"/>
              </a:defRPr>
            </a:lvl6pPr>
            <a:lvl7pPr algn="l">
              <a:defRPr sz="1650" b="0">
                <a:solidFill>
                  <a:srgbClr val="111111"/>
                </a:solidFill>
                <a:latin typeface="Arial"/>
                <a:ea typeface="Arial"/>
                <a:cs typeface="Arial"/>
              </a:defRPr>
            </a:lvl7pPr>
            <a:lvl8pPr algn="l">
              <a:defRPr sz="1650" b="0">
                <a:solidFill>
                  <a:srgbClr val="111111"/>
                </a:solidFill>
                <a:latin typeface="Arial"/>
                <a:ea typeface="Arial"/>
                <a:cs typeface="Arial"/>
              </a:defRPr>
            </a:lvl8pPr>
            <a:lvl9pPr algn="l">
              <a:defRPr sz="1650" b="0">
                <a:solidFill>
                  <a:srgbClr val="111111"/>
                </a:solidFill>
                <a:latin typeface="Arial"/>
                <a:ea typeface="Arial"/>
                <a:cs typeface="Arial"/>
              </a:defRPr>
            </a:lvl9pPr>
          </a:lstStyle>
          <a:p xmlns:a="http://schemas.openxmlformats.org/drawingml/2006/main">
            <a:pPr algn="l">
              <a:lnSpc>
                <a:spcPct val="105000"/>
              </a:lnSpc>
              <a:buNone/>
              <a:defRPr sz="1650" b="0">
                <a:solidFill>
                  <a:srgbClr val="111111"/>
                </a:solidFill>
                <a:latin typeface="Arial"/>
                <a:ea typeface="Arial"/>
                <a:cs typeface="Arial"/>
              </a:defRPr>
            </a:pPr>
            <a:r>
              <a:rPr sz="1650" b="0">
                <a:solidFill>
                  <a:srgbClr val="111111"/>
                </a:solidFill>
                <a:latin typeface="Arial"/>
                <a:ea typeface="Arial"/>
                <a:cs typeface="Arial"/>
              </a:rPr>
              <a:t>NIST. </a:t>
            </a:r>
            <a:r>
              <a:rPr sz="1650" b="1">
                <a:solidFill>
                  <a:srgbClr val="111111"/>
                </a:solidFill>
                <a:latin typeface="Arial"/>
                <a:ea typeface="Arial"/>
                <a:cs typeface="Arial"/>
              </a:rPr>
              <a:t>Digital Identity Guidelines</a:t>
            </a:r>
            <a:r>
              <a:rPr sz="1650" b="0">
                <a:solidFill>
                  <a:srgbClr val="111111"/>
                </a:solidFill>
                <a:latin typeface="Arial"/>
                <a:ea typeface="Arial"/>
                <a:cs typeface="Arial"/>
              </a:rPr>
              <a:t>. SP 800-63-4. Gaithersburg: NIST, 2025a.</a:t>
            </a:r>
          </a:p>
        </p:txBody>
      </p:sp>
      <p:sp>
        <p:nvSpPr>
          <p:cNvPr id="14" name="bibliography-9">
            <a:extLst xmlns:a="http://schemas.openxmlformats.org/drawingml/2006/main">
              <a:ext uri="{FF2B5EF4-FFF2-40B4-BE49-F238E27FC236}">
                <a16:creationId xmlns:a16="http://schemas.microsoft.com/office/drawing/2014/main" id="{D3EC23E7-8B9E-4F90-994D-D7A94576CDA8}"/>
              </a:ext>
            </a:extLst>
          </p:cNvPr>
          <p:cNvSpPr>
            <a:spLocks xmlns:a="http://schemas.openxmlformats.org/drawingml/2006/main" noGrp="1"/>
          </p:cNvSpPr>
          <p:nvPr/>
        </p:nvSpPr>
        <p:spPr>
          <a:xfrm xmlns:a="http://schemas.openxmlformats.org/drawingml/2006/main">
            <a:off x="6419850" y="5133975"/>
            <a:ext cx="50863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11111"/>
                </a:solidFill>
                <a:latin typeface="Arial"/>
                <a:ea typeface="Arial"/>
                <a:cs typeface="Arial"/>
              </a:defRPr>
            </a:defPPr>
            <a:lvl1pPr algn="l">
              <a:defRPr sz="1650" b="0">
                <a:solidFill>
                  <a:srgbClr val="111111"/>
                </a:solidFill>
                <a:latin typeface="Arial"/>
                <a:ea typeface="Arial"/>
                <a:cs typeface="Arial"/>
              </a:defRPr>
            </a:lvl1pPr>
            <a:lvl2pPr algn="l">
              <a:defRPr sz="1650" b="0">
                <a:solidFill>
                  <a:srgbClr val="111111"/>
                </a:solidFill>
                <a:latin typeface="Arial"/>
                <a:ea typeface="Arial"/>
                <a:cs typeface="Arial"/>
              </a:defRPr>
            </a:lvl2pPr>
            <a:lvl3pPr algn="l">
              <a:defRPr sz="1650" b="0">
                <a:solidFill>
                  <a:srgbClr val="111111"/>
                </a:solidFill>
                <a:latin typeface="Arial"/>
                <a:ea typeface="Arial"/>
                <a:cs typeface="Arial"/>
              </a:defRPr>
            </a:lvl3pPr>
            <a:lvl4pPr algn="l">
              <a:defRPr sz="1650" b="0">
                <a:solidFill>
                  <a:srgbClr val="111111"/>
                </a:solidFill>
                <a:latin typeface="Arial"/>
                <a:ea typeface="Arial"/>
                <a:cs typeface="Arial"/>
              </a:defRPr>
            </a:lvl4pPr>
            <a:lvl5pPr algn="l">
              <a:defRPr sz="1650" b="0">
                <a:solidFill>
                  <a:srgbClr val="111111"/>
                </a:solidFill>
                <a:latin typeface="Arial"/>
                <a:ea typeface="Arial"/>
                <a:cs typeface="Arial"/>
              </a:defRPr>
            </a:lvl5pPr>
            <a:lvl6pPr algn="l">
              <a:defRPr sz="1650" b="0">
                <a:solidFill>
                  <a:srgbClr val="111111"/>
                </a:solidFill>
                <a:latin typeface="Arial"/>
                <a:ea typeface="Arial"/>
                <a:cs typeface="Arial"/>
              </a:defRPr>
            </a:lvl6pPr>
            <a:lvl7pPr algn="l">
              <a:defRPr sz="1650" b="0">
                <a:solidFill>
                  <a:srgbClr val="111111"/>
                </a:solidFill>
                <a:latin typeface="Arial"/>
                <a:ea typeface="Arial"/>
                <a:cs typeface="Arial"/>
              </a:defRPr>
            </a:lvl7pPr>
            <a:lvl8pPr algn="l">
              <a:defRPr sz="1650" b="0">
                <a:solidFill>
                  <a:srgbClr val="111111"/>
                </a:solidFill>
                <a:latin typeface="Arial"/>
                <a:ea typeface="Arial"/>
                <a:cs typeface="Arial"/>
              </a:defRPr>
            </a:lvl8pPr>
            <a:lvl9pPr algn="l">
              <a:defRPr sz="1650" b="0">
                <a:solidFill>
                  <a:srgbClr val="111111"/>
                </a:solidFill>
                <a:latin typeface="Arial"/>
                <a:ea typeface="Arial"/>
                <a:cs typeface="Arial"/>
              </a:defRPr>
            </a:lvl9pPr>
          </a:lstStyle>
          <a:p xmlns:a="http://schemas.openxmlformats.org/drawingml/2006/main">
            <a:pPr algn="l">
              <a:lnSpc>
                <a:spcPct val="105000"/>
              </a:lnSpc>
              <a:buNone/>
              <a:defRPr sz="1650" b="0">
                <a:solidFill>
                  <a:srgbClr val="111111"/>
                </a:solidFill>
                <a:latin typeface="Arial"/>
                <a:ea typeface="Arial"/>
                <a:cs typeface="Arial"/>
              </a:defRPr>
            </a:pPr>
            <a:r>
              <a:rPr sz="1650" b="0">
                <a:solidFill>
                  <a:srgbClr val="111111"/>
                </a:solidFill>
                <a:latin typeface="Arial"/>
                <a:ea typeface="Arial"/>
                <a:cs typeface="Arial"/>
              </a:rPr>
              <a:t>NIST. </a:t>
            </a:r>
            <a:r>
              <a:rPr sz="1650" b="1">
                <a:solidFill>
                  <a:srgbClr val="111111"/>
                </a:solidFill>
                <a:latin typeface="Arial"/>
                <a:ea typeface="Arial"/>
                <a:cs typeface="Arial"/>
              </a:rPr>
              <a:t>Digital Identity Guidelines</a:t>
            </a:r>
            <a:r>
              <a:rPr sz="1650" b="0">
                <a:solidFill>
                  <a:srgbClr val="111111"/>
                </a:solidFill>
                <a:latin typeface="Arial"/>
                <a:ea typeface="Arial"/>
                <a:cs typeface="Arial"/>
              </a:rPr>
              <a:t>: authentication and authenticator management. SP 800-63B-4. Gaithersburg: NIST, 2025b.</a:t>
            </a:r>
          </a:p>
        </p:txBody>
      </p:sp>
      <p:sp>
        <p:nvSpPr>
          <p:cNvPr id="15" name="source">
            <a:extLst xmlns:a="http://schemas.openxmlformats.org/drawingml/2006/main">
              <a:ext uri="{FF2B5EF4-FFF2-40B4-BE49-F238E27FC236}">
                <a16:creationId xmlns:a16="http://schemas.microsoft.com/office/drawing/2014/main" id="{8E1ACF55-563C-4F21-A108-31ADE872A5CC}"/>
              </a:ext>
            </a:extLst>
          </p:cNvPr>
          <p:cNvSpPr>
            <a:spLocks xmlns:a="http://schemas.openxmlformats.org/drawingml/2006/main" noGrp="1"/>
          </p:cNvSpPr>
          <p:nvPr/>
        </p:nvSpPr>
        <p:spPr>
          <a:xfrm xmlns:a="http://schemas.openxmlformats.org/drawingml/2006/main">
            <a:off x="685800" y="6162675"/>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464646"/>
                </a:solidFill>
                <a:latin typeface="Arial"/>
                <a:ea typeface="Arial"/>
                <a:cs typeface="Arial"/>
              </a:defRPr>
            </a:defPPr>
            <a:lvl1pPr algn="l">
              <a:defRPr sz="1500" b="0">
                <a:solidFill>
                  <a:srgbClr val="464646"/>
                </a:solidFill>
                <a:latin typeface="Arial"/>
                <a:ea typeface="Arial"/>
                <a:cs typeface="Arial"/>
              </a:defRPr>
            </a:lvl1pPr>
            <a:lvl2pPr algn="l">
              <a:defRPr sz="1500" b="0">
                <a:solidFill>
                  <a:srgbClr val="464646"/>
                </a:solidFill>
                <a:latin typeface="Arial"/>
                <a:ea typeface="Arial"/>
                <a:cs typeface="Arial"/>
              </a:defRPr>
            </a:lvl2pPr>
            <a:lvl3pPr algn="l">
              <a:defRPr sz="1500" b="0">
                <a:solidFill>
                  <a:srgbClr val="464646"/>
                </a:solidFill>
                <a:latin typeface="Arial"/>
                <a:ea typeface="Arial"/>
                <a:cs typeface="Arial"/>
              </a:defRPr>
            </a:lvl3pPr>
            <a:lvl4pPr algn="l">
              <a:defRPr sz="1500" b="0">
                <a:solidFill>
                  <a:srgbClr val="464646"/>
                </a:solidFill>
                <a:latin typeface="Arial"/>
                <a:ea typeface="Arial"/>
                <a:cs typeface="Arial"/>
              </a:defRPr>
            </a:lvl4pPr>
            <a:lvl5pPr algn="l">
              <a:defRPr sz="1500" b="0">
                <a:solidFill>
                  <a:srgbClr val="464646"/>
                </a:solidFill>
                <a:latin typeface="Arial"/>
                <a:ea typeface="Arial"/>
                <a:cs typeface="Arial"/>
              </a:defRPr>
            </a:lvl5pPr>
            <a:lvl6pPr algn="l">
              <a:defRPr sz="1500" b="0">
                <a:solidFill>
                  <a:srgbClr val="464646"/>
                </a:solidFill>
                <a:latin typeface="Arial"/>
                <a:ea typeface="Arial"/>
                <a:cs typeface="Arial"/>
              </a:defRPr>
            </a:lvl6pPr>
            <a:lvl7pPr algn="l">
              <a:defRPr sz="1500" b="0">
                <a:solidFill>
                  <a:srgbClr val="464646"/>
                </a:solidFill>
                <a:latin typeface="Arial"/>
                <a:ea typeface="Arial"/>
                <a:cs typeface="Arial"/>
              </a:defRPr>
            </a:lvl7pPr>
            <a:lvl8pPr algn="l">
              <a:defRPr sz="1500" b="0">
                <a:solidFill>
                  <a:srgbClr val="464646"/>
                </a:solidFill>
                <a:latin typeface="Arial"/>
                <a:ea typeface="Arial"/>
                <a:cs typeface="Arial"/>
              </a:defRPr>
            </a:lvl8pPr>
            <a:lvl9pPr algn="l">
              <a:defRPr sz="1500" b="0">
                <a:solidFill>
                  <a:srgbClr val="464646"/>
                </a:solidFill>
                <a:latin typeface="Arial"/>
                <a:ea typeface="Arial"/>
                <a:cs typeface="Arial"/>
              </a:defRPr>
            </a:lvl9pPr>
          </a:lstStyle>
          <a:p xmlns:a="http://schemas.openxmlformats.org/drawingml/2006/main">
            <a:pPr algn="l">
              <a:lnSpc>
                <a:spcPct val="105000"/>
              </a:lnSpc>
              <a:buNone/>
              <a:defRPr sz="1500" b="0">
                <a:solidFill>
                  <a:srgbClr val="464646"/>
                </a:solidFill>
                <a:latin typeface="Arial"/>
                <a:ea typeface="Arial"/>
                <a:cs typeface="Arial"/>
              </a:defRPr>
            </a:pPr>
            <a:r>
              <a:rPr sz="1500" b="0">
                <a:solidFill>
                  <a:srgbClr val="464646"/>
                </a:solidFill>
                <a:latin typeface="Arial"/>
                <a:ea typeface="Arial"/>
                <a:cs typeface="Arial"/>
              </a:rPr>
              <a:t>As referências completas, com endereços de acesso, encontram-se nas notas de apoio.</a:t>
            </a:r>
          </a:p>
        </p:txBody>
      </p:sp>
    </p:spTree>
    <p:extLst>
      <p:ext uri="{BB962C8B-B14F-4D97-AF65-F5344CB8AC3E}">
        <p14:creationId xmlns:p14="http://schemas.microsoft.com/office/powerpoint/2010/main" val="1559085469"/>
      </p:ext>
    </p:extLst>
  </p:cSld>
</p:sld>
</file>

<file path=ppt/theme/theme1.xml><?xml version="1.0" encoding="utf-8"?>
<a:theme xmlns:a="http://schemas.openxmlformats.org/drawingml/2006/main" name="ChatGPT">
  <a:themeElements>
    <a:clrScheme name="Defesa acadêmica">
      <a:dk1>
        <a:srgbClr val="000000"/>
      </a:dk1>
      <a:lt1>
        <a:srgbClr val="FFFFFF"/>
      </a:lt1>
      <a:dk2>
        <a:srgbClr val="102A43"/>
      </a:dk2>
      <a:lt2>
        <a:srgbClr val="F4F8FA"/>
      </a:lt2>
      <a:accent1>
        <a:srgbClr val="007E82"/>
      </a:accent1>
      <a:accent2>
        <a:srgbClr val="102A43"/>
      </a:accent2>
      <a:accent3>
        <a:srgbClr val="C58A2A"/>
      </a:accent3>
      <a:accent4>
        <a:srgbClr val="A34E54"/>
      </a:accent4>
      <a:accent5>
        <a:srgbClr val="5C6B94"/>
      </a:accent5>
      <a:accent6>
        <a:srgbClr val="5D8B77"/>
      </a:accent6>
      <a:hlink>
        <a:srgbClr val="007E82"/>
      </a:hlink>
      <a:folHlink>
        <a:srgbClr val="5C6B94"/>
      </a:folHlink>
    </a:clrScheme>
    <a:fontScheme name="">
      <a:majorFont>
        <a:latin typeface="Aptos"/>
        <a:ea typeface=""/>
        <a:cs typeface=""/>
      </a:majorFont>
      <a:minorFont>
        <a:latin typeface="Aptos"/>
        <a:ea typeface=""/>
        <a:cs typeface=""/>
      </a:minorFont>
    </a:fontScheme>
    <a:fmtScheme name="Defesa acadêmica">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2026-10-29T03:48:10.2770000Z</dcterms:created>
  <dcterms:modified xsi:type="dcterms:W3CDTF">2026-10-29T03:48:10.2780000Z</dcterms:modified>
</coreProperties>
</file>